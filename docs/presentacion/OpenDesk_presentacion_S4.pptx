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8016d1ebdf4023" /><Relationship Type="http://schemas.openxmlformats.org/officeDocument/2006/relationships/extended-properties" Target="/docProps/app.xml" Id="R70e0c31e94fc449d" /><Relationship Type="http://schemas.openxmlformats.org/officeDocument/2006/relationships/officeDocument" Target="/ppt/presentation.xml" Id="Rdca67bc726754ffb" /></Relationships>
</file>

<file path=ppt/presentation.xml><?xml version="1.0" encoding="utf-8"?>
<p:presentation xmlns:p="http://schemas.openxmlformats.org/presentationml/2006/main">
  <p:sldMasterIdLst>
    <p:sldMasterId xmlns:r="http://schemas.openxmlformats.org/officeDocument/2006/relationships" id="2147483648" r:id="R1348e8ef002c44ad"/>
  </p:sldMasterIdLst>
  <p:notesMasterIdLst>
    <p:notesMasterId xmlns:r="http://schemas.openxmlformats.org/officeDocument/2006/relationships" r:id="Re78de56f2b6144c1"/>
  </p:notesMasterIdLst>
  <p:sldIdLst>
    <p:sldId xmlns:r="http://schemas.openxmlformats.org/officeDocument/2006/relationships" id="256" r:id="R71f83a5639914440"/>
    <p:sldId xmlns:r="http://schemas.openxmlformats.org/officeDocument/2006/relationships" id="257" r:id="R8e82a4ab4b0a40a8"/>
    <p:sldId xmlns:r="http://schemas.openxmlformats.org/officeDocument/2006/relationships" id="258" r:id="Refd63f0279514b29"/>
    <p:sldId xmlns:r="http://schemas.openxmlformats.org/officeDocument/2006/relationships" id="259" r:id="R50c13c89804542e3"/>
    <p:sldId xmlns:r="http://schemas.openxmlformats.org/officeDocument/2006/relationships" id="260" r:id="R0d49eee2a06c45f3"/>
    <p:sldId xmlns:r="http://schemas.openxmlformats.org/officeDocument/2006/relationships" id="261" r:id="R71f97e26b8a94b37"/>
    <p:sldId xmlns:r="http://schemas.openxmlformats.org/officeDocument/2006/relationships" id="262" r:id="R00abb13e5f2147fa"/>
    <p:sldId xmlns:r="http://schemas.openxmlformats.org/officeDocument/2006/relationships" id="263" r:id="Rb1ea3a5cbead4e60"/>
    <p:sldId xmlns:r="http://schemas.openxmlformats.org/officeDocument/2006/relationships" id="264" r:id="R2852ddebf9ac4ea9"/>
    <p:sldId xmlns:r="http://schemas.openxmlformats.org/officeDocument/2006/relationships" id="265" r:id="R6109c2dcdda94c9d"/>
    <p:sldId xmlns:r="http://schemas.openxmlformats.org/officeDocument/2006/relationships" id="266" r:id="R4edfaa9380834181"/>
    <p:sldId xmlns:r="http://schemas.openxmlformats.org/officeDocument/2006/relationships" id="267" r:id="R70249c2e54784eb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9f6acf1e130480e" /><Relationship Type="http://schemas.openxmlformats.org/officeDocument/2006/relationships/slideMaster" Target="/ppt/slideMasters/slideMaster1.xml" Id="R1348e8ef002c44ad" /><Relationship Type="http://schemas.openxmlformats.org/officeDocument/2006/relationships/notesMaster" Target="/ppt/notesMasters/notesMaster1.xml" Id="Re78de56f2b6144c1" /><Relationship Type="http://schemas.openxmlformats.org/officeDocument/2006/relationships/presProps" Target="/ppt/presProps.xml" Id="Raf51e504ea0346c8" /><Relationship Type="http://schemas.openxmlformats.org/officeDocument/2006/relationships/tableStyles" Target="/ppt/tableStyles.xml" Id="R589b79231d28434a" /><Relationship Type="http://schemas.openxmlformats.org/officeDocument/2006/relationships/slide" Target="/ppt/slides/slide1.xml" Id="R71f83a5639914440" /><Relationship Type="http://schemas.openxmlformats.org/officeDocument/2006/relationships/slide" Target="/ppt/slides/slide2.xml" Id="R8e82a4ab4b0a40a8" /><Relationship Type="http://schemas.openxmlformats.org/officeDocument/2006/relationships/slide" Target="/ppt/slides/slide3.xml" Id="Refd63f0279514b29" /><Relationship Type="http://schemas.openxmlformats.org/officeDocument/2006/relationships/slide" Target="/ppt/slides/slide4.xml" Id="R50c13c89804542e3" /><Relationship Type="http://schemas.openxmlformats.org/officeDocument/2006/relationships/slide" Target="/ppt/slides/slide5.xml" Id="R0d49eee2a06c45f3" /><Relationship Type="http://schemas.openxmlformats.org/officeDocument/2006/relationships/slide" Target="/ppt/slides/slide6.xml" Id="R71f97e26b8a94b37" /><Relationship Type="http://schemas.openxmlformats.org/officeDocument/2006/relationships/slide" Target="/ppt/slides/slide7.xml" Id="R00abb13e5f2147fa" /><Relationship Type="http://schemas.openxmlformats.org/officeDocument/2006/relationships/slide" Target="/ppt/slides/slide8.xml" Id="Rb1ea3a5cbead4e60" /><Relationship Type="http://schemas.openxmlformats.org/officeDocument/2006/relationships/slide" Target="/ppt/slides/slide9.xml" Id="R2852ddebf9ac4ea9" /><Relationship Type="http://schemas.openxmlformats.org/officeDocument/2006/relationships/slide" Target="/ppt/slides/slide10.xml" Id="R6109c2dcdda94c9d" /><Relationship Type="http://schemas.openxmlformats.org/officeDocument/2006/relationships/slide" Target="/ppt/slides/slide11.xml" Id="R4edfaa9380834181" /><Relationship Type="http://schemas.openxmlformats.org/officeDocument/2006/relationships/slide" Target="/ppt/slides/slide12.xml" Id="R70249c2e54784e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6c8169294b43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ae950cdeaa4135" /><Relationship Type="http://schemas.openxmlformats.org/officeDocument/2006/relationships/notesMaster" Target="/ppt/notesMasters/notesMaster1.xml" Id="R11f89bc83a1740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1bc7db35b347c6" /><Relationship Type="http://schemas.openxmlformats.org/officeDocument/2006/relationships/notesMaster" Target="/ppt/notesMasters/notesMaster1.xml" Id="R57e499cb22224b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9ae27244e514072" /><Relationship Type="http://schemas.openxmlformats.org/officeDocument/2006/relationships/notesMaster" Target="/ppt/notesMasters/notesMaster1.xml" Id="R94db9efaa14849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da8aa84e004057" /><Relationship Type="http://schemas.openxmlformats.org/officeDocument/2006/relationships/notesMaster" Target="/ppt/notesMasters/notesMaster1.xml" Id="R7e9fd81d991644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47c6de11a6542ab" /><Relationship Type="http://schemas.openxmlformats.org/officeDocument/2006/relationships/notesMaster" Target="/ppt/notesMasters/notesMaster1.xml" Id="R6602e0aa03ed43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b8be45db1d4267" /><Relationship Type="http://schemas.openxmlformats.org/officeDocument/2006/relationships/notesMaster" Target="/ppt/notesMasters/notesMaster1.xml" Id="R2a122ac91ef849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ba880eb8834b08" /><Relationship Type="http://schemas.openxmlformats.org/officeDocument/2006/relationships/notesMaster" Target="/ppt/notesMasters/notesMaster1.xml" Id="R28f44f308eaa44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ae37e98213ea457a" /><Relationship Type="http://schemas.openxmlformats.org/officeDocument/2006/relationships/notesMaster" Target="/ppt/notesMasters/notesMaster1.xml" Id="R0e75592efc9c46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6971d90ee044d8" /><Relationship Type="http://schemas.openxmlformats.org/officeDocument/2006/relationships/notesMaster" Target="/ppt/notesMasters/notesMaster1.xml" Id="R78c554827ea549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4b1859cef8247ce" /><Relationship Type="http://schemas.openxmlformats.org/officeDocument/2006/relationships/notesMaster" Target="/ppt/notesMasters/notesMaster1.xml" Id="Rb288c18608cf4f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0747fb30ce44ca4" /><Relationship Type="http://schemas.openxmlformats.org/officeDocument/2006/relationships/notesMaster" Target="/ppt/notesMasters/notesMaster1.xml" Id="Rab143928acb74ee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dd608d8ad254fc3" /><Relationship Type="http://schemas.openxmlformats.org/officeDocument/2006/relationships/notesMaster" Target="/ppt/notesMasters/notesMaster1.xml" Id="Rbf3ecaecf36e4d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Presentación de la versión candidata v0.9.0 del Grupo 3. Explicar la necesidad de seguimiento de consultas y reclamos en una empresa. El video no se realiza por solicitud del equipo.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Clientes registran casos. Los agentes atienden solo lo asignado. Un supervisor conserva el rol agente y recibe derivaciones. El administrador organiza la operación. Fuente: README y src/security.php.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MongoDB es la fuente de datos. Redis es caché temporal. La sesión usa la configuración PHP del servidor. IndexedDB conserva solicitudes nuevas pendientes. Local y Atlas son perfiles alternativos, sin sincronización automática. Fuente: docs/arquitectura/README.md y docs/modelo-datos.md.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captura corresponde a datos sintéticos de las pruebas Chromium, no a una cuenta real del servidor. Los estados nuevos se muestran separados de responsable y turno. Fuente: tests/browser/flow.spec.cjs y docs/mejoras-tickets-equipos.md.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Ventas, Garantías, Entregas y Reclamos agrupan sus agentes. El sistema propone al agente activo del área con menos casos abiertos y el administrador confirma. La captura es un entorno aislado. Fuente: src/security.php assignmentCandidates y docs/mejoras-tickets-equipos.md.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autorización se comprueba en el servidor, incluyendo lectura desde Redis. Reasignar retira acceso del agente anterior. El historial público excluye notas internas y destinatarios. Fuente: src/security.php ticketFilter, ticketPublic y src/routes.php.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regla inicial avisa sesenta minutos antes de vencer, deriva al supervisor activo del área y avisa al administrador si no hay supervisor. Los avisos son internos, sin SMTP. El cliente confirma y valora de uno a cinco. Fuente: docs/mejoras-tickets-equipos.md.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docs/mediciones/webmin-2026-10-23.md y JSON original. Fecha 23/10/2026, PHP 8.3.6, cien documentos sintéticos, caché caliente y tres ejecuciones por operación. No se mide HTTP completo ni carga concurrente. No extrapolar a Atlas.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README es la guía completa para cualquier persona. Docker Desktop debe estar iniciado en Windows o macOS. El primer administrador se crea con un hash elegido de forma privada y cambia su contraseña al entrar. Fuente: README y compose.yaml.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179 comprobaciones de negocio y 50 de integración se ejecutan localmente. GitHub Actions agrega motores reales y Chromium. La instalación limpia usa una base efímera del runner, sin conexiones de Webmin. Fuente: tests/roles.php, tests/integration-tools.php, tests/services-real.php y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Propuestas del roadmap, no funcionalidades ya implementadas. En un mes: instalación externa y acceso. Seis meses: correo, adjuntos y carga. Potencial de graduación: evaluar políticas con metodología y datos autorizados. Fuente: docs/roadmap.md.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afirmar cierre total de S4. El video no se realiza por solicitud del usuario. La validación externa debe hacerla alguien que no haya configurado antes el sistema siguiendo únicamente el README. El docente exige v1.0.0 para la entrega final. Fuente: enunciado y docs/seguimientos/S4.md.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5bc8a0445d4d9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b86f82cf39d446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b83145a57154f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14d0c816919424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52f55cb4fb041e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f253f5827434c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1A891F-53B4-4A1C-A310-FE9EE0E5911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E9D14FA-FD9D-4C59-8E07-C4CDDD63C4F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B842ABF-2ABC-4A17-A081-59D41B9BAC1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11A366-6AA7-4866-A0ED-65C3CCAEBB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A777527-CC79-477E-A5DB-C03A3D93572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A1DB74D-FF56-45A6-B809-37968D51EA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2C940C2-1031-4C05-8D86-537002D0431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46F63C1-370E-4DBE-A5F5-326F62EC614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3BC913-10E5-4C14-9A46-76BDE94508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48A5618-AED0-4F92-B58C-52A68FB8548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675e03db134ab9" /><Relationship Type="http://schemas.openxmlformats.org/officeDocument/2006/relationships/slideLayout" Target="/ppt/slideLayouts/slideLayout1.xml" Id="Rd258919b2f1f4b6a" /><Relationship Type="http://schemas.openxmlformats.org/officeDocument/2006/relationships/slideLayout" Target="/ppt/slideLayouts/slideLayout2.xml" Id="Rb1df1affd2444e5c" /><Relationship Type="http://schemas.openxmlformats.org/officeDocument/2006/relationships/slideLayout" Target="/ppt/slideLayouts/slideLayout3.xml" Id="Ra18a3a12a6204c72" /><Relationship Type="http://schemas.openxmlformats.org/officeDocument/2006/relationships/slideLayout" Target="/ppt/slideLayouts/slideLayout4.xml" Id="Rf7627021e0384217" /><Relationship Type="http://schemas.openxmlformats.org/officeDocument/2006/relationships/slideLayout" Target="/ppt/slideLayouts/slideLayout5.xml" Id="Ra2aab2fc3ef046c4" /><Relationship Type="http://schemas.openxmlformats.org/officeDocument/2006/relationships/slideLayout" Target="/ppt/slideLayouts/slideLayout6.xml" Id="Rf8dc30cd7fe245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58919b2f1f4b6a"/>
    <p:sldLayoutId xmlns:r="http://schemas.openxmlformats.org/officeDocument/2006/relationships" id="2147483650" r:id="Rb1df1affd2444e5c"/>
    <p:sldLayoutId xmlns:r="http://schemas.openxmlformats.org/officeDocument/2006/relationships" id="2147483651" r:id="Ra18a3a12a6204c72"/>
    <p:sldLayoutId xmlns:r="http://schemas.openxmlformats.org/officeDocument/2006/relationships" id="2147483652" r:id="Rf7627021e0384217"/>
    <p:sldLayoutId xmlns:r="http://schemas.openxmlformats.org/officeDocument/2006/relationships" id="2147483653" r:id="Ra2aab2fc3ef046c4"/>
    <p:sldLayoutId xmlns:r="http://schemas.openxmlformats.org/officeDocument/2006/relationships" id="2147483654" r:id="Rf8dc30cd7fe245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f0f331994864e11" /><Relationship Type="http://schemas.openxmlformats.org/officeDocument/2006/relationships/notesSlide" Target="/ppt/notesSlides/notesSlide1.xml" Id="R3ed69cd903704d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d0f016becca42f4" /><Relationship Type="http://schemas.openxmlformats.org/officeDocument/2006/relationships/notesSlide" Target="/ppt/notesSlides/notesSlide2.xml" Id="Rdfa2ee252c1f45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23033f4d6784556" /><Relationship Type="http://schemas.openxmlformats.org/officeDocument/2006/relationships/notesSlide" Target="/ppt/notesSlides/notesSlide3.xml" Id="R2c002f4cc2ae4c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e7224b0230e4aaf" /><Relationship Type="http://schemas.openxmlformats.org/officeDocument/2006/relationships/image" Target="/ppt/media/image.png" Id="Rac844af27bf34e1c" /><Relationship Type="http://schemas.openxmlformats.org/officeDocument/2006/relationships/notesSlide" Target="/ppt/notesSlides/notesSlide4.xml" Id="R1b300fcfce274c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f5cced0ab144ac6" /><Relationship Type="http://schemas.openxmlformats.org/officeDocument/2006/relationships/image" Target="/ppt/media/image2.png" Id="Ra8b4ac5d6c4a46a8" /><Relationship Type="http://schemas.openxmlformats.org/officeDocument/2006/relationships/notesSlide" Target="/ppt/notesSlides/notesSlide5.xml" Id="Ra30a17f86eef48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f413a9108d34d4c" /><Relationship Type="http://schemas.openxmlformats.org/officeDocument/2006/relationships/notesSlide" Target="/ppt/notesSlides/notesSlide6.xml" Id="Red6b766684694a2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c02de68b6b045d9" /><Relationship Type="http://schemas.openxmlformats.org/officeDocument/2006/relationships/notesSlide" Target="/ppt/notesSlides/notesSlide7.xml" Id="Re52510791b3d4cf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d6afea0c02d4bbb" /><Relationship Type="http://schemas.openxmlformats.org/officeDocument/2006/relationships/notesSlide" Target="/ppt/notesSlides/notesSlide8.xml" Id="R125e93683c7d4be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a7bb16bf67f4c4e" /><Relationship Type="http://schemas.openxmlformats.org/officeDocument/2006/relationships/notesSlide" Target="/ppt/notesSlides/notesSlide9.xml" Id="Rc65499dfb2f04de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c620211af074612" /><Relationship Type="http://schemas.openxmlformats.org/officeDocument/2006/relationships/notesSlide" Target="/ppt/notesSlides/notesSlide10.xml" Id="R99cb5c8596da460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99e47f56d98439f" /><Relationship Type="http://schemas.openxmlformats.org/officeDocument/2006/relationships/notesSlide" Target="/ppt/notesSlides/notesSlide11.xml" Id="Rdb6d0d8671a3470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ef4e0fce9a44ad7" /><Relationship Type="http://schemas.openxmlformats.org/officeDocument/2006/relationships/notesSlide" Target="/ppt/notesSlides/notesSlide12.xml" Id="R4d3455032cb84337" /></Relationships>
</file>

<file path=ppt/slides/slide1.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73DB93E-F68C-42AE-A352-DDEEA1C7BCC8}"/>
              </a:ext>
            </a:extLst>
          </p:cNvPr>
          <p:cNvSpPr>
            <a:spLocks xmlns:a="http://schemas.openxmlformats.org/drawingml/2006/main" noGrp="1"/>
          </p:cNvSpPr>
          <p:nvPr/>
        </p:nvSpPr>
        <p:spPr>
          <a:xfrm xmlns:a="http://schemas.openxmlformats.org/drawingml/2006/main">
            <a:off x="647700" y="438150"/>
            <a:ext cx="10896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32B"/>
                </a:solidFill>
                <a:latin typeface="Arial"/>
                <a:ea typeface="Arial"/>
                <a:cs typeface="Arial"/>
              </a:defRPr>
            </a:defPPr>
            <a:lvl1pPr>
              <a:defRPr sz="3300" b="1">
                <a:solidFill>
                  <a:srgbClr val="17332B"/>
                </a:solidFill>
                <a:latin typeface="Arial"/>
                <a:ea typeface="Arial"/>
                <a:cs typeface="Arial"/>
              </a:defRPr>
            </a:lvl1pPr>
            <a:lvl2pPr>
              <a:defRPr sz="3300" b="1">
                <a:solidFill>
                  <a:srgbClr val="17332B"/>
                </a:solidFill>
                <a:latin typeface="Arial"/>
                <a:ea typeface="Arial"/>
                <a:cs typeface="Arial"/>
              </a:defRPr>
            </a:lvl2pPr>
            <a:lvl3pPr>
              <a:defRPr sz="3300" b="1">
                <a:solidFill>
                  <a:srgbClr val="17332B"/>
                </a:solidFill>
                <a:latin typeface="Arial"/>
                <a:ea typeface="Arial"/>
                <a:cs typeface="Arial"/>
              </a:defRPr>
            </a:lvl3pPr>
            <a:lvl4pPr>
              <a:defRPr sz="3300" b="1">
                <a:solidFill>
                  <a:srgbClr val="17332B"/>
                </a:solidFill>
                <a:latin typeface="Arial"/>
                <a:ea typeface="Arial"/>
                <a:cs typeface="Arial"/>
              </a:defRPr>
            </a:lvl4pPr>
            <a:lvl5pPr>
              <a:defRPr sz="3300" b="1">
                <a:solidFill>
                  <a:srgbClr val="17332B"/>
                </a:solidFill>
                <a:latin typeface="Arial"/>
                <a:ea typeface="Arial"/>
                <a:cs typeface="Arial"/>
              </a:defRPr>
            </a:lvl5pPr>
            <a:lvl6pPr>
              <a:defRPr sz="3300" b="1">
                <a:solidFill>
                  <a:srgbClr val="17332B"/>
                </a:solidFill>
                <a:latin typeface="Arial"/>
                <a:ea typeface="Arial"/>
                <a:cs typeface="Arial"/>
              </a:defRPr>
            </a:lvl6pPr>
            <a:lvl7pPr>
              <a:defRPr sz="3300" b="1">
                <a:solidFill>
                  <a:srgbClr val="17332B"/>
                </a:solidFill>
                <a:latin typeface="Arial"/>
                <a:ea typeface="Arial"/>
                <a:cs typeface="Arial"/>
              </a:defRPr>
            </a:lvl7pPr>
            <a:lvl8pPr>
              <a:defRPr sz="3300" b="1">
                <a:solidFill>
                  <a:srgbClr val="17332B"/>
                </a:solidFill>
                <a:latin typeface="Arial"/>
                <a:ea typeface="Arial"/>
                <a:cs typeface="Arial"/>
              </a:defRPr>
            </a:lvl8pPr>
            <a:lvl9pPr>
              <a:defRPr sz="3300" b="1">
                <a:solidFill>
                  <a:srgbClr val="17332B"/>
                </a:solidFill>
                <a:latin typeface="Arial"/>
                <a:ea typeface="Arial"/>
                <a:cs typeface="Arial"/>
              </a:defRPr>
            </a:lvl9pPr>
          </a:lstStyle>
          <a:p xmlns:a="http://schemas.openxmlformats.org/drawingml/2006/main">
            <a:pPr>
              <a:defRPr sz="3300" b="1">
                <a:solidFill>
                  <a:srgbClr val="17332B"/>
                </a:solidFill>
                <a:latin typeface="Arial"/>
                <a:ea typeface="Arial"/>
                <a:cs typeface="Arial"/>
              </a:defRPr>
            </a:pPr>
            <a:r>
              <a:rPr sz="3300" b="1">
                <a:solidFill>
                  <a:srgbClr val="17332B"/>
                </a:solidFill>
                <a:latin typeface="Arial"/>
                <a:ea typeface="Arial"/>
                <a:cs typeface="Arial"/>
              </a:rPr>
              <a:t>OpenDesk Atención al Cliente</a:t>
            </a:r>
          </a:p>
        </p:txBody>
      </p:sp>
      <p:sp>
        <p:nvSpPr>
          <p:cNvPr id="2" name="">
            <a:extLst xmlns:a="http://schemas.openxmlformats.org/drawingml/2006/main">
              <a:ext uri="{FF2B5EF4-FFF2-40B4-BE49-F238E27FC236}">
                <a16:creationId xmlns:a16="http://schemas.microsoft.com/office/drawing/2014/main" id="{5054384E-138F-4BD8-B926-A9BF1722EFBF}"/>
              </a:ext>
            </a:extLst>
          </p:cNvPr>
          <p:cNvSpPr>
            <a:spLocks xmlns:a="http://schemas.openxmlformats.org/drawingml/2006/main" noGrp="1"/>
          </p:cNvSpPr>
          <p:nvPr/>
        </p:nvSpPr>
        <p:spPr>
          <a:xfrm xmlns:a="http://schemas.openxmlformats.org/drawingml/2006/main">
            <a:off x="742950" y="1885950"/>
            <a:ext cx="10096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276452"/>
                </a:solidFill>
                <a:latin typeface="Arial"/>
                <a:ea typeface="Arial"/>
                <a:cs typeface="Arial"/>
              </a:defRPr>
            </a:defPPr>
            <a:lvl1pPr>
              <a:defRPr sz="3450" b="1">
                <a:solidFill>
                  <a:srgbClr val="276452"/>
                </a:solidFill>
                <a:latin typeface="Arial"/>
                <a:ea typeface="Arial"/>
                <a:cs typeface="Arial"/>
              </a:defRPr>
            </a:lvl1pPr>
            <a:lvl2pPr>
              <a:defRPr sz="3450" b="1">
                <a:solidFill>
                  <a:srgbClr val="276452"/>
                </a:solidFill>
                <a:latin typeface="Arial"/>
                <a:ea typeface="Arial"/>
                <a:cs typeface="Arial"/>
              </a:defRPr>
            </a:lvl2pPr>
            <a:lvl3pPr>
              <a:defRPr sz="3450" b="1">
                <a:solidFill>
                  <a:srgbClr val="276452"/>
                </a:solidFill>
                <a:latin typeface="Arial"/>
                <a:ea typeface="Arial"/>
                <a:cs typeface="Arial"/>
              </a:defRPr>
            </a:lvl3pPr>
            <a:lvl4pPr>
              <a:defRPr sz="3450" b="1">
                <a:solidFill>
                  <a:srgbClr val="276452"/>
                </a:solidFill>
                <a:latin typeface="Arial"/>
                <a:ea typeface="Arial"/>
                <a:cs typeface="Arial"/>
              </a:defRPr>
            </a:lvl4pPr>
            <a:lvl5pPr>
              <a:defRPr sz="3450" b="1">
                <a:solidFill>
                  <a:srgbClr val="276452"/>
                </a:solidFill>
                <a:latin typeface="Arial"/>
                <a:ea typeface="Arial"/>
                <a:cs typeface="Arial"/>
              </a:defRPr>
            </a:lvl5pPr>
            <a:lvl6pPr>
              <a:defRPr sz="3450" b="1">
                <a:solidFill>
                  <a:srgbClr val="276452"/>
                </a:solidFill>
                <a:latin typeface="Arial"/>
                <a:ea typeface="Arial"/>
                <a:cs typeface="Arial"/>
              </a:defRPr>
            </a:lvl6pPr>
            <a:lvl7pPr>
              <a:defRPr sz="3450" b="1">
                <a:solidFill>
                  <a:srgbClr val="276452"/>
                </a:solidFill>
                <a:latin typeface="Arial"/>
                <a:ea typeface="Arial"/>
                <a:cs typeface="Arial"/>
              </a:defRPr>
            </a:lvl7pPr>
            <a:lvl8pPr>
              <a:defRPr sz="3450" b="1">
                <a:solidFill>
                  <a:srgbClr val="276452"/>
                </a:solidFill>
                <a:latin typeface="Arial"/>
                <a:ea typeface="Arial"/>
                <a:cs typeface="Arial"/>
              </a:defRPr>
            </a:lvl8pPr>
            <a:lvl9pPr>
              <a:defRPr sz="3450" b="1">
                <a:solidFill>
                  <a:srgbClr val="276452"/>
                </a:solidFill>
                <a:latin typeface="Arial"/>
                <a:ea typeface="Arial"/>
                <a:cs typeface="Arial"/>
              </a:defRPr>
            </a:lvl9pPr>
          </a:lstStyle>
          <a:p xmlns:a="http://schemas.openxmlformats.org/drawingml/2006/main">
            <a:pPr>
              <a:defRPr sz="3450" b="1">
                <a:solidFill>
                  <a:srgbClr val="276452"/>
                </a:solidFill>
                <a:latin typeface="Arial"/>
                <a:ea typeface="Arial"/>
                <a:cs typeface="Arial"/>
              </a:defRPr>
            </a:pPr>
            <a:r>
              <a:rPr sz="3450" b="1">
                <a:solidFill>
                  <a:srgbClr val="276452"/>
                </a:solidFill>
                <a:latin typeface="Arial"/>
                <a:ea typeface="Arial"/>
                <a:cs typeface="Arial"/>
              </a:rPr>
              <a:t>Seguimiento de solicitudes con MongoDB y Redis</a:t>
            </a:r>
          </a:p>
        </p:txBody>
      </p:sp>
      <p:sp>
        <p:nvSpPr>
          <p:cNvPr id="3" name="">
            <a:extLst xmlns:a="http://schemas.openxmlformats.org/drawingml/2006/main">
              <a:ext uri="{FF2B5EF4-FFF2-40B4-BE49-F238E27FC236}">
                <a16:creationId xmlns:a16="http://schemas.microsoft.com/office/drawing/2014/main" id="{6743F2CF-9336-4A6D-8D42-FA84FB6AD761}"/>
              </a:ext>
            </a:extLst>
          </p:cNvPr>
          <p:cNvSpPr>
            <a:spLocks xmlns:a="http://schemas.openxmlformats.org/drawingml/2006/main" noGrp="1"/>
          </p:cNvSpPr>
          <p:nvPr/>
        </p:nvSpPr>
        <p:spPr>
          <a:xfrm xmlns:a="http://schemas.openxmlformats.org/drawingml/2006/main">
            <a:off x="762000" y="3905250"/>
            <a:ext cx="1047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32B"/>
                </a:solidFill>
                <a:latin typeface="Arial"/>
                <a:ea typeface="Arial"/>
                <a:cs typeface="Arial"/>
              </a:defRPr>
            </a:defPPr>
            <a:lvl1pPr>
              <a:defRPr sz="2250" b="0">
                <a:solidFill>
                  <a:srgbClr val="17332B"/>
                </a:solidFill>
                <a:latin typeface="Arial"/>
                <a:ea typeface="Arial"/>
                <a:cs typeface="Arial"/>
              </a:defRPr>
            </a:lvl1pPr>
            <a:lvl2pPr>
              <a:defRPr sz="2250" b="0">
                <a:solidFill>
                  <a:srgbClr val="17332B"/>
                </a:solidFill>
                <a:latin typeface="Arial"/>
                <a:ea typeface="Arial"/>
                <a:cs typeface="Arial"/>
              </a:defRPr>
            </a:lvl2pPr>
            <a:lvl3pPr>
              <a:defRPr sz="2250" b="0">
                <a:solidFill>
                  <a:srgbClr val="17332B"/>
                </a:solidFill>
                <a:latin typeface="Arial"/>
                <a:ea typeface="Arial"/>
                <a:cs typeface="Arial"/>
              </a:defRPr>
            </a:lvl3pPr>
            <a:lvl4pPr>
              <a:defRPr sz="2250" b="0">
                <a:solidFill>
                  <a:srgbClr val="17332B"/>
                </a:solidFill>
                <a:latin typeface="Arial"/>
                <a:ea typeface="Arial"/>
                <a:cs typeface="Arial"/>
              </a:defRPr>
            </a:lvl4pPr>
            <a:lvl5pPr>
              <a:defRPr sz="2250" b="0">
                <a:solidFill>
                  <a:srgbClr val="17332B"/>
                </a:solidFill>
                <a:latin typeface="Arial"/>
                <a:ea typeface="Arial"/>
                <a:cs typeface="Arial"/>
              </a:defRPr>
            </a:lvl5pPr>
            <a:lvl6pPr>
              <a:defRPr sz="2250" b="0">
                <a:solidFill>
                  <a:srgbClr val="17332B"/>
                </a:solidFill>
                <a:latin typeface="Arial"/>
                <a:ea typeface="Arial"/>
                <a:cs typeface="Arial"/>
              </a:defRPr>
            </a:lvl6pPr>
            <a:lvl7pPr>
              <a:defRPr sz="2250" b="0">
                <a:solidFill>
                  <a:srgbClr val="17332B"/>
                </a:solidFill>
                <a:latin typeface="Arial"/>
                <a:ea typeface="Arial"/>
                <a:cs typeface="Arial"/>
              </a:defRPr>
            </a:lvl7pPr>
            <a:lvl8pPr>
              <a:defRPr sz="2250" b="0">
                <a:solidFill>
                  <a:srgbClr val="17332B"/>
                </a:solidFill>
                <a:latin typeface="Arial"/>
                <a:ea typeface="Arial"/>
                <a:cs typeface="Arial"/>
              </a:defRPr>
            </a:lvl8pPr>
            <a:lvl9pPr>
              <a:defRPr sz="2250" b="0">
                <a:solidFill>
                  <a:srgbClr val="17332B"/>
                </a:solidFill>
                <a:latin typeface="Arial"/>
                <a:ea typeface="Arial"/>
                <a:cs typeface="Arial"/>
              </a:defRPr>
            </a:lvl9pPr>
          </a:lstStyle>
          <a:p xmlns:a="http://schemas.openxmlformats.org/drawingml/2006/main">
            <a:pPr>
              <a:defRPr sz="2250" b="0">
                <a:solidFill>
                  <a:srgbClr val="17332B"/>
                </a:solidFill>
                <a:latin typeface="Arial"/>
                <a:ea typeface="Arial"/>
                <a:cs typeface="Arial"/>
              </a:defRPr>
            </a:pPr>
            <a:r>
              <a:rPr sz="2250" b="0">
                <a:solidFill>
                  <a:srgbClr val="17332B"/>
                </a:solidFill>
                <a:latin typeface="Arial"/>
                <a:ea typeface="Arial"/>
                <a:cs typeface="Arial"/>
              </a:rPr>
              <a:t>Grupo 3</a:t>
            </a:r>
          </a:p>
          <a:p xmlns:a="http://schemas.openxmlformats.org/drawingml/2006/main">
            <a:pPr>
              <a:defRPr sz="2250" b="0">
                <a:solidFill>
                  <a:srgbClr val="17332B"/>
                </a:solidFill>
                <a:latin typeface="Arial"/>
                <a:ea typeface="Arial"/>
                <a:cs typeface="Arial"/>
              </a:defRPr>
            </a:pPr>
            <a:r>
              <a:rPr sz="2250" b="0">
                <a:solidFill>
                  <a:srgbClr val="17332B"/>
                </a:solidFill>
                <a:latin typeface="Arial"/>
                <a:ea typeface="Arial"/>
                <a:cs typeface="Arial"/>
              </a:rPr>
              <a:t>Tópicos Avanzados de Bases de Datos</a:t>
            </a:r>
          </a:p>
          <a:p xmlns:a="http://schemas.openxmlformats.org/drawingml/2006/main">
            <a:pPr>
              <a:defRPr sz="2250" b="0">
                <a:solidFill>
                  <a:srgbClr val="17332B"/>
                </a:solidFill>
                <a:latin typeface="Arial"/>
                <a:ea typeface="Arial"/>
                <a:cs typeface="Arial"/>
              </a:defRPr>
            </a:pPr>
            <a:r>
              <a:rPr sz="2250" b="0">
                <a:solidFill>
                  <a:srgbClr val="17332B"/>
                </a:solidFill>
                <a:latin typeface="Arial"/>
                <a:ea typeface="Arial"/>
                <a:cs typeface="Arial"/>
              </a:rPr>
              <a:t>Release candidate v0.9.0</a:t>
            </a:r>
          </a:p>
        </p:txBody>
      </p:sp>
      <p:sp>
        <p:nvSpPr>
          <p:cNvPr id="4" name="">
            <a:extLst xmlns:a="http://schemas.openxmlformats.org/drawingml/2006/main">
              <a:ext uri="{FF2B5EF4-FFF2-40B4-BE49-F238E27FC236}">
                <a16:creationId xmlns:a16="http://schemas.microsoft.com/office/drawing/2014/main" id="{23E46359-C28C-4457-BA1C-34C32045B76C}"/>
              </a:ext>
            </a:extLst>
          </p:cNvPr>
          <p:cNvSpPr>
            <a:spLocks xmlns:a="http://schemas.openxmlformats.org/drawingml/2006/main" noGrp="1"/>
          </p:cNvSpPr>
          <p:nvPr/>
        </p:nvSpPr>
        <p:spPr>
          <a:xfrm xmlns:a="http://schemas.openxmlformats.org/drawingml/2006/main">
            <a:off x="11144250" y="64008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65D"/>
                </a:solidFill>
                <a:latin typeface="Arial"/>
                <a:ea typeface="Arial"/>
                <a:cs typeface="Arial"/>
              </a:defRPr>
            </a:defPPr>
            <a:lvl1pPr>
              <a:defRPr sz="1275" b="0">
                <a:solidFill>
                  <a:srgbClr val="50665D"/>
                </a:solidFill>
                <a:latin typeface="Arial"/>
                <a:ea typeface="Arial"/>
                <a:cs typeface="Arial"/>
              </a:defRPr>
            </a:lvl1pPr>
            <a:lvl2pPr>
              <a:defRPr sz="1275" b="0">
                <a:solidFill>
                  <a:srgbClr val="50665D"/>
                </a:solidFill>
                <a:latin typeface="Arial"/>
                <a:ea typeface="Arial"/>
                <a:cs typeface="Arial"/>
              </a:defRPr>
            </a:lvl2pPr>
            <a:lvl3pPr>
              <a:defRPr sz="1275" b="0">
                <a:solidFill>
                  <a:srgbClr val="50665D"/>
                </a:solidFill>
                <a:latin typeface="Arial"/>
                <a:ea typeface="Arial"/>
                <a:cs typeface="Arial"/>
              </a:defRPr>
            </a:lvl3pPr>
            <a:lvl4pPr>
              <a:defRPr sz="1275" b="0">
                <a:solidFill>
                  <a:srgbClr val="50665D"/>
                </a:solidFill>
                <a:latin typeface="Arial"/>
                <a:ea typeface="Arial"/>
                <a:cs typeface="Arial"/>
              </a:defRPr>
            </a:lvl4pPr>
            <a:lvl5pPr>
              <a:defRPr sz="1275" b="0">
                <a:solidFill>
                  <a:srgbClr val="50665D"/>
                </a:solidFill>
                <a:latin typeface="Arial"/>
                <a:ea typeface="Arial"/>
                <a:cs typeface="Arial"/>
              </a:defRPr>
            </a:lvl5pPr>
            <a:lvl6pPr>
              <a:defRPr sz="1275" b="0">
                <a:solidFill>
                  <a:srgbClr val="50665D"/>
                </a:solidFill>
                <a:latin typeface="Arial"/>
                <a:ea typeface="Arial"/>
                <a:cs typeface="Arial"/>
              </a:defRPr>
            </a:lvl6pPr>
            <a:lvl7pPr>
              <a:defRPr sz="1275" b="0">
                <a:solidFill>
                  <a:srgbClr val="50665D"/>
                </a:solidFill>
                <a:latin typeface="Arial"/>
                <a:ea typeface="Arial"/>
                <a:cs typeface="Arial"/>
              </a:defRPr>
            </a:lvl7pPr>
            <a:lvl8pPr>
              <a:defRPr sz="1275" b="0">
                <a:solidFill>
                  <a:srgbClr val="50665D"/>
                </a:solidFill>
                <a:latin typeface="Arial"/>
                <a:ea typeface="Arial"/>
                <a:cs typeface="Arial"/>
              </a:defRPr>
            </a:lvl8pPr>
            <a:lvl9pPr>
              <a:defRPr sz="1275" b="0">
                <a:solidFill>
                  <a:srgbClr val="50665D"/>
                </a:solidFill>
                <a:latin typeface="Arial"/>
                <a:ea typeface="Arial"/>
                <a:cs typeface="Arial"/>
              </a:defRPr>
            </a:lvl9pPr>
          </a:lstStyle>
          <a:p xmlns:a="http://schemas.openxmlformats.org/drawingml/2006/main">
            <a:pPr>
              <a:defRPr sz="1275" b="0">
                <a:solidFill>
                  <a:srgbClr val="50665D"/>
                </a:solidFill>
                <a:latin typeface="Arial"/>
                <a:ea typeface="Arial"/>
                <a:cs typeface="Arial"/>
              </a:defRPr>
            </a:pPr>
            <a:r>
              <a:rPr sz="1275" b="0">
                <a:solidFill>
                  <a:srgbClr val="50665D"/>
                </a:solidFill>
                <a:latin typeface="Arial"/>
                <a:ea typeface="Arial"/>
                <a:cs typeface="Arial"/>
              </a:rPr>
              <a:t>01</a:t>
            </a:r>
          </a:p>
        </p:txBody>
      </p:sp>
    </p:spTree>
    <p:extLst>
      <p:ext uri="{BB962C8B-B14F-4D97-AF65-F5344CB8AC3E}">
        <p14:creationId xmlns:p14="http://schemas.microsoft.com/office/powerpoint/2010/main" val="1571055148"/>
      </p:ext>
    </p:extLst>
  </p:cSld>
</p:sld>
</file>

<file path=ppt/slides/slide2.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683F6E2-4085-40AB-8876-F2AAC88DDBFA}"/>
              </a:ext>
            </a:extLst>
          </p:cNvPr>
          <p:cNvSpPr>
            <a:spLocks xmlns:a="http://schemas.openxmlformats.org/drawingml/2006/main" noGrp="1"/>
          </p:cNvSpPr>
          <p:nvPr/>
        </p:nvSpPr>
        <p:spPr>
          <a:xfrm xmlns:a="http://schemas.openxmlformats.org/drawingml/2006/main">
            <a:off x="647700" y="438150"/>
            <a:ext cx="10896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32B"/>
                </a:solidFill>
                <a:latin typeface="Arial"/>
                <a:ea typeface="Arial"/>
                <a:cs typeface="Arial"/>
              </a:defRPr>
            </a:defPPr>
            <a:lvl1pPr>
              <a:defRPr sz="3300" b="1">
                <a:solidFill>
                  <a:srgbClr val="17332B"/>
                </a:solidFill>
                <a:latin typeface="Arial"/>
                <a:ea typeface="Arial"/>
                <a:cs typeface="Arial"/>
              </a:defRPr>
            </a:lvl1pPr>
            <a:lvl2pPr>
              <a:defRPr sz="3300" b="1">
                <a:solidFill>
                  <a:srgbClr val="17332B"/>
                </a:solidFill>
                <a:latin typeface="Arial"/>
                <a:ea typeface="Arial"/>
                <a:cs typeface="Arial"/>
              </a:defRPr>
            </a:lvl2pPr>
            <a:lvl3pPr>
              <a:defRPr sz="3300" b="1">
                <a:solidFill>
                  <a:srgbClr val="17332B"/>
                </a:solidFill>
                <a:latin typeface="Arial"/>
                <a:ea typeface="Arial"/>
                <a:cs typeface="Arial"/>
              </a:defRPr>
            </a:lvl3pPr>
            <a:lvl4pPr>
              <a:defRPr sz="3300" b="1">
                <a:solidFill>
                  <a:srgbClr val="17332B"/>
                </a:solidFill>
                <a:latin typeface="Arial"/>
                <a:ea typeface="Arial"/>
                <a:cs typeface="Arial"/>
              </a:defRPr>
            </a:lvl4pPr>
            <a:lvl5pPr>
              <a:defRPr sz="3300" b="1">
                <a:solidFill>
                  <a:srgbClr val="17332B"/>
                </a:solidFill>
                <a:latin typeface="Arial"/>
                <a:ea typeface="Arial"/>
                <a:cs typeface="Arial"/>
              </a:defRPr>
            </a:lvl5pPr>
            <a:lvl6pPr>
              <a:defRPr sz="3300" b="1">
                <a:solidFill>
                  <a:srgbClr val="17332B"/>
                </a:solidFill>
                <a:latin typeface="Arial"/>
                <a:ea typeface="Arial"/>
                <a:cs typeface="Arial"/>
              </a:defRPr>
            </a:lvl6pPr>
            <a:lvl7pPr>
              <a:defRPr sz="3300" b="1">
                <a:solidFill>
                  <a:srgbClr val="17332B"/>
                </a:solidFill>
                <a:latin typeface="Arial"/>
                <a:ea typeface="Arial"/>
                <a:cs typeface="Arial"/>
              </a:defRPr>
            </a:lvl7pPr>
            <a:lvl8pPr>
              <a:defRPr sz="3300" b="1">
                <a:solidFill>
                  <a:srgbClr val="17332B"/>
                </a:solidFill>
                <a:latin typeface="Arial"/>
                <a:ea typeface="Arial"/>
                <a:cs typeface="Arial"/>
              </a:defRPr>
            </a:lvl8pPr>
            <a:lvl9pPr>
              <a:defRPr sz="3300" b="1">
                <a:solidFill>
                  <a:srgbClr val="17332B"/>
                </a:solidFill>
                <a:latin typeface="Arial"/>
                <a:ea typeface="Arial"/>
                <a:cs typeface="Arial"/>
              </a:defRPr>
            </a:lvl9pPr>
          </a:lstStyle>
          <a:p xmlns:a="http://schemas.openxmlformats.org/drawingml/2006/main">
            <a:pPr>
              <a:defRPr sz="3300" b="1">
                <a:solidFill>
                  <a:srgbClr val="17332B"/>
                </a:solidFill>
                <a:latin typeface="Arial"/>
                <a:ea typeface="Arial"/>
                <a:cs typeface="Arial"/>
              </a:defRPr>
            </a:pPr>
            <a:r>
              <a:rPr sz="3300" b="1">
                <a:solidFill>
                  <a:srgbClr val="17332B"/>
                </a:solidFill>
                <a:latin typeface="Arial"/>
                <a:ea typeface="Arial"/>
                <a:cs typeface="Arial"/>
              </a:rPr>
              <a:t>Problema y usuarios</a:t>
            </a:r>
          </a:p>
        </p:txBody>
      </p:sp>
      <p:sp>
        <p:nvSpPr>
          <p:cNvPr id="2" name="">
            <a:extLst xmlns:a="http://schemas.openxmlformats.org/drawingml/2006/main">
              <a:ext uri="{FF2B5EF4-FFF2-40B4-BE49-F238E27FC236}">
                <a16:creationId xmlns:a16="http://schemas.microsoft.com/office/drawing/2014/main" id="{5DBF77AF-0D83-4876-A6EE-DEE8CC50260B}"/>
              </a:ext>
            </a:extLst>
          </p:cNvPr>
          <p:cNvSpPr>
            <a:spLocks xmlns:a="http://schemas.openxmlformats.org/drawingml/2006/main" noGrp="1"/>
          </p:cNvSpPr>
          <p:nvPr/>
        </p:nvSpPr>
        <p:spPr>
          <a:xfrm xmlns:a="http://schemas.openxmlformats.org/drawingml/2006/main">
            <a:off x="742950" y="160020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Las solicitudes dispersas dificultan el historial y los plazos de atención.</a:t>
            </a:r>
          </a:p>
        </p:txBody>
      </p:sp>
      <p:sp>
        <p:nvSpPr>
          <p:cNvPr id="3" name="">
            <a:extLst xmlns:a="http://schemas.openxmlformats.org/drawingml/2006/main">
              <a:ext uri="{FF2B5EF4-FFF2-40B4-BE49-F238E27FC236}">
                <a16:creationId xmlns:a16="http://schemas.microsoft.com/office/drawing/2014/main" id="{126EDF5F-84DA-4AA5-868E-C244F8995239}"/>
              </a:ext>
            </a:extLst>
          </p:cNvPr>
          <p:cNvSpPr>
            <a:spLocks xmlns:a="http://schemas.openxmlformats.org/drawingml/2006/main" noGrp="1"/>
          </p:cNvSpPr>
          <p:nvPr/>
        </p:nvSpPr>
        <p:spPr>
          <a:xfrm xmlns:a="http://schemas.openxmlformats.org/drawingml/2006/main">
            <a:off x="742950" y="258127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Cliente: registra solicitudes, responde y valora la solución.</a:t>
            </a:r>
          </a:p>
        </p:txBody>
      </p:sp>
      <p:sp>
        <p:nvSpPr>
          <p:cNvPr id="4" name="">
            <a:extLst xmlns:a="http://schemas.openxmlformats.org/drawingml/2006/main">
              <a:ext uri="{FF2B5EF4-FFF2-40B4-BE49-F238E27FC236}">
                <a16:creationId xmlns:a16="http://schemas.microsoft.com/office/drawing/2014/main" id="{57DA6CFC-8C60-47EF-ABE2-6D89D94B09D1}"/>
              </a:ext>
            </a:extLst>
          </p:cNvPr>
          <p:cNvSpPr>
            <a:spLocks xmlns:a="http://schemas.openxmlformats.org/drawingml/2006/main" noGrp="1"/>
          </p:cNvSpPr>
          <p:nvPr/>
        </p:nvSpPr>
        <p:spPr>
          <a:xfrm xmlns:a="http://schemas.openxmlformats.org/drawingml/2006/main">
            <a:off x="742950" y="356235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Agente y supervisor: trabajan sus casos asignados.</a:t>
            </a:r>
          </a:p>
        </p:txBody>
      </p:sp>
      <p:sp>
        <p:nvSpPr>
          <p:cNvPr id="5" name="">
            <a:extLst xmlns:a="http://schemas.openxmlformats.org/drawingml/2006/main">
              <a:ext uri="{FF2B5EF4-FFF2-40B4-BE49-F238E27FC236}">
                <a16:creationId xmlns:a16="http://schemas.microsoft.com/office/drawing/2014/main" id="{57F920EF-3795-40B8-B5CA-DAA003638633}"/>
              </a:ext>
            </a:extLst>
          </p:cNvPr>
          <p:cNvSpPr>
            <a:spLocks xmlns:a="http://schemas.openxmlformats.org/drawingml/2006/main" noGrp="1"/>
          </p:cNvSpPr>
          <p:nvPr/>
        </p:nvSpPr>
        <p:spPr>
          <a:xfrm xmlns:a="http://schemas.openxmlformats.org/drawingml/2006/main">
            <a:off x="742950" y="454342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Administrador: organiza equipos, asignaciones, SLA y reportes.</a:t>
            </a:r>
          </a:p>
        </p:txBody>
      </p:sp>
      <p:sp>
        <p:nvSpPr>
          <p:cNvPr id="6" name="">
            <a:extLst xmlns:a="http://schemas.openxmlformats.org/drawingml/2006/main">
              <a:ext uri="{FF2B5EF4-FFF2-40B4-BE49-F238E27FC236}">
                <a16:creationId xmlns:a16="http://schemas.microsoft.com/office/drawing/2014/main" id="{1252CB0E-77C6-421F-968B-CC0921AEA31D}"/>
              </a:ext>
            </a:extLst>
          </p:cNvPr>
          <p:cNvSpPr>
            <a:spLocks xmlns:a="http://schemas.openxmlformats.org/drawingml/2006/main" noGrp="1"/>
          </p:cNvSpPr>
          <p:nvPr/>
        </p:nvSpPr>
        <p:spPr>
          <a:xfrm xmlns:a="http://schemas.openxmlformats.org/drawingml/2006/main">
            <a:off x="11144250" y="64008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65D"/>
                </a:solidFill>
                <a:latin typeface="Arial"/>
                <a:ea typeface="Arial"/>
                <a:cs typeface="Arial"/>
              </a:defRPr>
            </a:defPPr>
            <a:lvl1pPr>
              <a:defRPr sz="1275" b="0">
                <a:solidFill>
                  <a:srgbClr val="50665D"/>
                </a:solidFill>
                <a:latin typeface="Arial"/>
                <a:ea typeface="Arial"/>
                <a:cs typeface="Arial"/>
              </a:defRPr>
            </a:lvl1pPr>
            <a:lvl2pPr>
              <a:defRPr sz="1275" b="0">
                <a:solidFill>
                  <a:srgbClr val="50665D"/>
                </a:solidFill>
                <a:latin typeface="Arial"/>
                <a:ea typeface="Arial"/>
                <a:cs typeface="Arial"/>
              </a:defRPr>
            </a:lvl2pPr>
            <a:lvl3pPr>
              <a:defRPr sz="1275" b="0">
                <a:solidFill>
                  <a:srgbClr val="50665D"/>
                </a:solidFill>
                <a:latin typeface="Arial"/>
                <a:ea typeface="Arial"/>
                <a:cs typeface="Arial"/>
              </a:defRPr>
            </a:lvl3pPr>
            <a:lvl4pPr>
              <a:defRPr sz="1275" b="0">
                <a:solidFill>
                  <a:srgbClr val="50665D"/>
                </a:solidFill>
                <a:latin typeface="Arial"/>
                <a:ea typeface="Arial"/>
                <a:cs typeface="Arial"/>
              </a:defRPr>
            </a:lvl4pPr>
            <a:lvl5pPr>
              <a:defRPr sz="1275" b="0">
                <a:solidFill>
                  <a:srgbClr val="50665D"/>
                </a:solidFill>
                <a:latin typeface="Arial"/>
                <a:ea typeface="Arial"/>
                <a:cs typeface="Arial"/>
              </a:defRPr>
            </a:lvl5pPr>
            <a:lvl6pPr>
              <a:defRPr sz="1275" b="0">
                <a:solidFill>
                  <a:srgbClr val="50665D"/>
                </a:solidFill>
                <a:latin typeface="Arial"/>
                <a:ea typeface="Arial"/>
                <a:cs typeface="Arial"/>
              </a:defRPr>
            </a:lvl6pPr>
            <a:lvl7pPr>
              <a:defRPr sz="1275" b="0">
                <a:solidFill>
                  <a:srgbClr val="50665D"/>
                </a:solidFill>
                <a:latin typeface="Arial"/>
                <a:ea typeface="Arial"/>
                <a:cs typeface="Arial"/>
              </a:defRPr>
            </a:lvl7pPr>
            <a:lvl8pPr>
              <a:defRPr sz="1275" b="0">
                <a:solidFill>
                  <a:srgbClr val="50665D"/>
                </a:solidFill>
                <a:latin typeface="Arial"/>
                <a:ea typeface="Arial"/>
                <a:cs typeface="Arial"/>
              </a:defRPr>
            </a:lvl8pPr>
            <a:lvl9pPr>
              <a:defRPr sz="1275" b="0">
                <a:solidFill>
                  <a:srgbClr val="50665D"/>
                </a:solidFill>
                <a:latin typeface="Arial"/>
                <a:ea typeface="Arial"/>
                <a:cs typeface="Arial"/>
              </a:defRPr>
            </a:lvl9pPr>
          </a:lstStyle>
          <a:p xmlns:a="http://schemas.openxmlformats.org/drawingml/2006/main">
            <a:pPr>
              <a:defRPr sz="1275" b="0">
                <a:solidFill>
                  <a:srgbClr val="50665D"/>
                </a:solidFill>
                <a:latin typeface="Arial"/>
                <a:ea typeface="Arial"/>
                <a:cs typeface="Arial"/>
              </a:defRPr>
            </a:pPr>
            <a:r>
              <a:rPr sz="1275" b="0">
                <a:solidFill>
                  <a:srgbClr val="50665D"/>
                </a:solidFill>
                <a:latin typeface="Arial"/>
                <a:ea typeface="Arial"/>
                <a:cs typeface="Arial"/>
              </a:rPr>
              <a:t>02</a:t>
            </a:r>
          </a:p>
        </p:txBody>
      </p:sp>
    </p:spTree>
    <p:extLst>
      <p:ext uri="{BB962C8B-B14F-4D97-AF65-F5344CB8AC3E}">
        <p14:creationId xmlns:p14="http://schemas.microsoft.com/office/powerpoint/2010/main" val="1498857844"/>
      </p:ext>
    </p:extLst>
  </p:cSld>
</p:sld>
</file>

<file path=ppt/slides/slide3.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A1D2E14-71CB-4F46-BB50-948BA171F371}"/>
              </a:ext>
            </a:extLst>
          </p:cNvPr>
          <p:cNvSpPr>
            <a:spLocks xmlns:a="http://schemas.openxmlformats.org/drawingml/2006/main" noGrp="1"/>
          </p:cNvSpPr>
          <p:nvPr/>
        </p:nvSpPr>
        <p:spPr>
          <a:xfrm xmlns:a="http://schemas.openxmlformats.org/drawingml/2006/main">
            <a:off x="647700" y="438150"/>
            <a:ext cx="10896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32B"/>
                </a:solidFill>
                <a:latin typeface="Arial"/>
                <a:ea typeface="Arial"/>
                <a:cs typeface="Arial"/>
              </a:defRPr>
            </a:defPPr>
            <a:lvl1pPr>
              <a:defRPr sz="3300" b="1">
                <a:solidFill>
                  <a:srgbClr val="17332B"/>
                </a:solidFill>
                <a:latin typeface="Arial"/>
                <a:ea typeface="Arial"/>
                <a:cs typeface="Arial"/>
              </a:defRPr>
            </a:lvl1pPr>
            <a:lvl2pPr>
              <a:defRPr sz="3300" b="1">
                <a:solidFill>
                  <a:srgbClr val="17332B"/>
                </a:solidFill>
                <a:latin typeface="Arial"/>
                <a:ea typeface="Arial"/>
                <a:cs typeface="Arial"/>
              </a:defRPr>
            </a:lvl2pPr>
            <a:lvl3pPr>
              <a:defRPr sz="3300" b="1">
                <a:solidFill>
                  <a:srgbClr val="17332B"/>
                </a:solidFill>
                <a:latin typeface="Arial"/>
                <a:ea typeface="Arial"/>
                <a:cs typeface="Arial"/>
              </a:defRPr>
            </a:lvl3pPr>
            <a:lvl4pPr>
              <a:defRPr sz="3300" b="1">
                <a:solidFill>
                  <a:srgbClr val="17332B"/>
                </a:solidFill>
                <a:latin typeface="Arial"/>
                <a:ea typeface="Arial"/>
                <a:cs typeface="Arial"/>
              </a:defRPr>
            </a:lvl4pPr>
            <a:lvl5pPr>
              <a:defRPr sz="3300" b="1">
                <a:solidFill>
                  <a:srgbClr val="17332B"/>
                </a:solidFill>
                <a:latin typeface="Arial"/>
                <a:ea typeface="Arial"/>
                <a:cs typeface="Arial"/>
              </a:defRPr>
            </a:lvl5pPr>
            <a:lvl6pPr>
              <a:defRPr sz="3300" b="1">
                <a:solidFill>
                  <a:srgbClr val="17332B"/>
                </a:solidFill>
                <a:latin typeface="Arial"/>
                <a:ea typeface="Arial"/>
                <a:cs typeface="Arial"/>
              </a:defRPr>
            </a:lvl6pPr>
            <a:lvl7pPr>
              <a:defRPr sz="3300" b="1">
                <a:solidFill>
                  <a:srgbClr val="17332B"/>
                </a:solidFill>
                <a:latin typeface="Arial"/>
                <a:ea typeface="Arial"/>
                <a:cs typeface="Arial"/>
              </a:defRPr>
            </a:lvl7pPr>
            <a:lvl8pPr>
              <a:defRPr sz="3300" b="1">
                <a:solidFill>
                  <a:srgbClr val="17332B"/>
                </a:solidFill>
                <a:latin typeface="Arial"/>
                <a:ea typeface="Arial"/>
                <a:cs typeface="Arial"/>
              </a:defRPr>
            </a:lvl8pPr>
            <a:lvl9pPr>
              <a:defRPr sz="3300" b="1">
                <a:solidFill>
                  <a:srgbClr val="17332B"/>
                </a:solidFill>
                <a:latin typeface="Arial"/>
                <a:ea typeface="Arial"/>
                <a:cs typeface="Arial"/>
              </a:defRPr>
            </a:lvl9pPr>
          </a:lstStyle>
          <a:p xmlns:a="http://schemas.openxmlformats.org/drawingml/2006/main">
            <a:pPr>
              <a:defRPr sz="3300" b="1">
                <a:solidFill>
                  <a:srgbClr val="17332B"/>
                </a:solidFill>
                <a:latin typeface="Arial"/>
                <a:ea typeface="Arial"/>
                <a:cs typeface="Arial"/>
              </a:defRPr>
            </a:pPr>
            <a:r>
              <a:rPr sz="3300" b="1">
                <a:solidFill>
                  <a:srgbClr val="17332B"/>
                </a:solidFill>
                <a:latin typeface="Arial"/>
                <a:ea typeface="Arial"/>
                <a:cs typeface="Arial"/>
              </a:rPr>
              <a:t>Responsabilidad de cada componente</a:t>
            </a:r>
          </a:p>
        </p:txBody>
      </p:sp>
      <p:graphicFrame>
        <p:nvGraphicFramePr>
          <p:cNvPr id="2" name="">
            <a:extLst xmlns:a="http://schemas.openxmlformats.org/drawingml/2006/main">
              <a:ext uri="{FF2B5EF4-FFF2-40B4-BE49-F238E27FC236}">
                <a16:creationId xmlns:a16="http://schemas.microsoft.com/office/drawing/2014/main" id="{899AEE75-8DAD-4B9F-BC83-22FAF08429D6}"/>
              </a:ext>
            </a:extLst>
          </p:cNvPr>
          <p:cNvGraphicFramePr/>
          <p:nvPr/>
        </p:nvGraphicFramePr>
        <p:xfrm>
          <a:off xmlns:a="http://schemas.openxmlformats.org/drawingml/2006/main" x="742950" y="1571625"/>
          <a:ext xmlns:a="http://schemas.openxmlformats.org/drawingml/2006/main" cx="10706100" cy="3714750"/>
        </p:xfrm>
        <a:graphic xmlns:a="http://schemas.openxmlformats.org/drawingml/2006/main">
          <a:graphicData uri="http://schemas.openxmlformats.org/drawingml/2006/table">
            <a:tbl>
              <a:tblPr/>
              <a:tblGrid>
                <a:gridCol w="2857500"/>
                <a:gridCol w="7848600"/>
              </a:tblGrid>
              <a:tr h="742950">
                <a:tc>
                  <a:txBody>
                    <a:bodyPr/>
                    <a:lstStyle/>
                    <a:p>
                      <a:r>
                        <a:rPr sz="1875" b="1">
                          <a:solidFill>
                            <a:srgbClr val="FFFFFF"/>
                          </a:solidFill>
                          <a:latin typeface="Arial"/>
                          <a:ea typeface="Arial"/>
                          <a:cs typeface="Arial"/>
                        </a:rPr>
                        <a:t>Componente</a:t>
                      </a:r>
                    </a:p>
                  </a:txBody>
                  <a:tcPr marL="91440" marR="91440" marT="45720" marB="45720">
                    <a:lnL w="9525">
                      <a:solidFill>
                        <a:srgbClr val="D9E1DA"/>
                      </a:solidFill>
                      <a:prstDash val="solid"/>
                    </a:lnL>
                    <a:lnR w="9525">
                      <a:solidFill>
                        <a:srgbClr val="D9E1DA"/>
                      </a:solidFill>
                      <a:prstDash val="solid"/>
                    </a:lnR>
                    <a:lnT w="9525">
                      <a:solidFill>
                        <a:srgbClr val="D9E1DA"/>
                      </a:solidFill>
                      <a:prstDash val="solid"/>
                    </a:lnT>
                    <a:lnB w="9525">
                      <a:solidFill>
                        <a:srgbClr val="D9E1DA"/>
                      </a:solidFill>
                      <a:prstDash val="solid"/>
                    </a:lnB>
                    <a:solidFill>
                      <a:srgbClr val="276452"/>
                    </a:solidFill>
                  </a:tcPr>
                </a:tc>
                <a:tc>
                  <a:txBody>
                    <a:bodyPr/>
                    <a:lstStyle/>
                    <a:p>
                      <a:r>
                        <a:rPr sz="1875" b="1">
                          <a:solidFill>
                            <a:srgbClr val="FFFFFF"/>
                          </a:solidFill>
                          <a:latin typeface="Arial"/>
                          <a:ea typeface="Arial"/>
                          <a:cs typeface="Arial"/>
                        </a:rPr>
                        <a:t>Responsabilidad</a:t>
                      </a:r>
                    </a:p>
                  </a:txBody>
                  <a:tcPr marL="91440" marR="91440" marT="45720" marB="45720">
                    <a:lnR w="9525">
                      <a:solidFill>
                        <a:srgbClr val="D9E1DA"/>
                      </a:solidFill>
                      <a:prstDash val="solid"/>
                    </a:lnR>
                    <a:lnT w="9525">
                      <a:solidFill>
                        <a:srgbClr val="D9E1DA"/>
                      </a:solidFill>
                      <a:prstDash val="solid"/>
                    </a:lnT>
                    <a:lnB w="9525">
                      <a:solidFill>
                        <a:srgbClr val="D9E1DA"/>
                      </a:solidFill>
                      <a:prstDash val="solid"/>
                    </a:lnB>
                    <a:solidFill>
                      <a:srgbClr val="276452"/>
                    </a:solidFill>
                  </a:tcPr>
                </a:tc>
              </a:tr>
              <a:tr h="742950">
                <a:tc>
                  <a:txBody>
                    <a:bodyPr/>
                    <a:lstStyle/>
                    <a:p>
                      <a:r>
                        <a:rPr sz="1875" b="0">
                          <a:solidFill>
                            <a:srgbClr val="17332B"/>
                          </a:solidFill>
                          <a:latin typeface="Arial"/>
                          <a:ea typeface="Arial"/>
                          <a:cs typeface="Arial"/>
                        </a:rPr>
                        <a:t>PHP</a:t>
                      </a:r>
                    </a:p>
                  </a:txBody>
                  <a:tcPr marL="91440" marR="91440" marT="45720" marB="45720">
                    <a:lnL w="9525">
                      <a:solidFill>
                        <a:srgbClr val="D9E1DA"/>
                      </a:solidFill>
                      <a:prstDash val="solid"/>
                    </a:lnL>
                    <a:lnR w="9525">
                      <a:solidFill>
                        <a:srgbClr val="D9E1DA"/>
                      </a:solidFill>
                      <a:prstDash val="solid"/>
                    </a:lnR>
                    <a:lnB w="9525">
                      <a:solidFill>
                        <a:srgbClr val="D9E1DA"/>
                      </a:solidFill>
                      <a:prstDash val="solid"/>
                    </a:lnB>
                    <a:solidFill>
                      <a:srgbClr val="FFFFFF"/>
                    </a:solidFill>
                  </a:tcPr>
                </a:tc>
                <a:tc>
                  <a:txBody>
                    <a:bodyPr/>
                    <a:lstStyle/>
                    <a:p>
                      <a:r>
                        <a:rPr sz="1875" b="0">
                          <a:solidFill>
                            <a:srgbClr val="17332B"/>
                          </a:solidFill>
                          <a:latin typeface="Arial"/>
                          <a:ea typeface="Arial"/>
                          <a:cs typeface="Arial"/>
                        </a:rPr>
                        <a:t>API, autenticación, permisos y reglas</a:t>
                      </a:r>
                    </a:p>
                  </a:txBody>
                  <a:tcPr marL="91440" marR="91440" marT="45720" marB="45720">
                    <a:lnR w="9525">
                      <a:solidFill>
                        <a:srgbClr val="D9E1DA"/>
                      </a:solidFill>
                      <a:prstDash val="solid"/>
                    </a:lnR>
                    <a:lnB w="9525">
                      <a:solidFill>
                        <a:srgbClr val="D9E1DA"/>
                      </a:solidFill>
                      <a:prstDash val="solid"/>
                    </a:lnB>
                    <a:solidFill>
                      <a:srgbClr val="FFFFFF"/>
                    </a:solidFill>
                  </a:tcPr>
                </a:tc>
              </a:tr>
              <a:tr h="742950">
                <a:tc>
                  <a:txBody>
                    <a:bodyPr/>
                    <a:lstStyle/>
                    <a:p>
                      <a:r>
                        <a:rPr sz="1875" b="0">
                          <a:solidFill>
                            <a:srgbClr val="17332B"/>
                          </a:solidFill>
                          <a:latin typeface="Arial"/>
                          <a:ea typeface="Arial"/>
                          <a:cs typeface="Arial"/>
                        </a:rPr>
                        <a:t>MongoDB</a:t>
                      </a:r>
                    </a:p>
                  </a:txBody>
                  <a:tcPr marL="91440" marR="91440" marT="45720" marB="45720">
                    <a:lnL w="9525">
                      <a:solidFill>
                        <a:srgbClr val="D9E1DA"/>
                      </a:solidFill>
                      <a:prstDash val="solid"/>
                    </a:lnL>
                    <a:lnR w="9525">
                      <a:solidFill>
                        <a:srgbClr val="D9E1DA"/>
                      </a:solidFill>
                      <a:prstDash val="solid"/>
                    </a:lnR>
                    <a:lnB w="9525">
                      <a:solidFill>
                        <a:srgbClr val="D9E1DA"/>
                      </a:solidFill>
                      <a:prstDash val="solid"/>
                    </a:lnB>
                    <a:solidFill>
                      <a:srgbClr val="EAF0E7"/>
                    </a:solidFill>
                  </a:tcPr>
                </a:tc>
                <a:tc>
                  <a:txBody>
                    <a:bodyPr/>
                    <a:lstStyle/>
                    <a:p>
                      <a:r>
                        <a:rPr sz="1875" b="0">
                          <a:solidFill>
                            <a:srgbClr val="17332B"/>
                          </a:solidFill>
                          <a:latin typeface="Arial"/>
                          <a:ea typeface="Arial"/>
                          <a:cs typeface="Arial"/>
                        </a:rPr>
                        <a:t>Tickets, usuarios, historial y valoraciones</a:t>
                      </a:r>
                    </a:p>
                  </a:txBody>
                  <a:tcPr marL="91440" marR="91440" marT="45720" marB="45720">
                    <a:lnR w="9525">
                      <a:solidFill>
                        <a:srgbClr val="D9E1DA"/>
                      </a:solidFill>
                      <a:prstDash val="solid"/>
                    </a:lnR>
                    <a:lnB w="9525">
                      <a:solidFill>
                        <a:srgbClr val="D9E1DA"/>
                      </a:solidFill>
                      <a:prstDash val="solid"/>
                    </a:lnB>
                    <a:solidFill>
                      <a:srgbClr val="EAF0E7"/>
                    </a:solidFill>
                  </a:tcPr>
                </a:tc>
              </a:tr>
              <a:tr h="742950">
                <a:tc>
                  <a:txBody>
                    <a:bodyPr/>
                    <a:lstStyle/>
                    <a:p>
                      <a:r>
                        <a:rPr sz="1875" b="0">
                          <a:solidFill>
                            <a:srgbClr val="17332B"/>
                          </a:solidFill>
                          <a:latin typeface="Arial"/>
                          <a:ea typeface="Arial"/>
                          <a:cs typeface="Arial"/>
                        </a:rPr>
                        <a:t>Redis</a:t>
                      </a:r>
                    </a:p>
                  </a:txBody>
                  <a:tcPr marL="91440" marR="91440" marT="45720" marB="45720">
                    <a:lnL w="9525">
                      <a:solidFill>
                        <a:srgbClr val="D9E1DA"/>
                      </a:solidFill>
                      <a:prstDash val="solid"/>
                    </a:lnL>
                    <a:lnR w="9525">
                      <a:solidFill>
                        <a:srgbClr val="D9E1DA"/>
                      </a:solidFill>
                      <a:prstDash val="solid"/>
                    </a:lnR>
                    <a:lnB w="9525">
                      <a:solidFill>
                        <a:srgbClr val="D9E1DA"/>
                      </a:solidFill>
                      <a:prstDash val="solid"/>
                    </a:lnB>
                    <a:solidFill>
                      <a:srgbClr val="FFFFFF"/>
                    </a:solidFill>
                  </a:tcPr>
                </a:tc>
                <a:tc>
                  <a:txBody>
                    <a:bodyPr/>
                    <a:lstStyle/>
                    <a:p>
                      <a:r>
                        <a:rPr sz="1875" b="0">
                          <a:solidFill>
                            <a:srgbClr val="17332B"/>
                          </a:solidFill>
                          <a:latin typeface="Arial"/>
                          <a:ea typeface="Arial"/>
                          <a:cs typeface="Arial"/>
                        </a:rPr>
                        <a:t>Cola, orden, metadata y límites temporales</a:t>
                      </a:r>
                    </a:p>
                  </a:txBody>
                  <a:tcPr marL="91440" marR="91440" marT="45720" marB="45720">
                    <a:lnR w="9525">
                      <a:solidFill>
                        <a:srgbClr val="D9E1DA"/>
                      </a:solidFill>
                      <a:prstDash val="solid"/>
                    </a:lnR>
                    <a:lnB w="9525">
                      <a:solidFill>
                        <a:srgbClr val="D9E1DA"/>
                      </a:solidFill>
                      <a:prstDash val="solid"/>
                    </a:lnB>
                    <a:solidFill>
                      <a:srgbClr val="FFFFFF"/>
                    </a:solidFill>
                  </a:tcPr>
                </a:tc>
              </a:tr>
              <a:tr h="742950">
                <a:tc>
                  <a:txBody>
                    <a:bodyPr/>
                    <a:lstStyle/>
                    <a:p>
                      <a:r>
                        <a:rPr sz="1875" b="0">
                          <a:solidFill>
                            <a:srgbClr val="17332B"/>
                          </a:solidFill>
                          <a:latin typeface="Arial"/>
                          <a:ea typeface="Arial"/>
                          <a:cs typeface="Arial"/>
                        </a:rPr>
                        <a:t>IndexedDB</a:t>
                      </a:r>
                    </a:p>
                  </a:txBody>
                  <a:tcPr marL="91440" marR="91440" marT="45720" marB="45720">
                    <a:lnL w="9525">
                      <a:solidFill>
                        <a:srgbClr val="D9E1DA"/>
                      </a:solidFill>
                      <a:prstDash val="solid"/>
                    </a:lnL>
                    <a:lnR w="9525">
                      <a:solidFill>
                        <a:srgbClr val="D9E1DA"/>
                      </a:solidFill>
                      <a:prstDash val="solid"/>
                    </a:lnR>
                    <a:lnB w="9525">
                      <a:solidFill>
                        <a:srgbClr val="D9E1DA"/>
                      </a:solidFill>
                      <a:prstDash val="solid"/>
                    </a:lnB>
                    <a:solidFill>
                      <a:srgbClr val="EAF0E7"/>
                    </a:solidFill>
                  </a:tcPr>
                </a:tc>
                <a:tc>
                  <a:txBody>
                    <a:bodyPr/>
                    <a:lstStyle/>
                    <a:p>
                      <a:r>
                        <a:rPr sz="1875" b="0">
                          <a:solidFill>
                            <a:srgbClr val="17332B"/>
                          </a:solidFill>
                          <a:latin typeface="Arial"/>
                          <a:ea typeface="Arial"/>
                          <a:cs typeface="Arial"/>
                        </a:rPr>
                        <a:t>Solicitudes nuevas pendientes del navegador</a:t>
                      </a:r>
                    </a:p>
                  </a:txBody>
                  <a:tcPr marL="91440" marR="91440" marT="45720" marB="45720">
                    <a:lnR w="9525">
                      <a:solidFill>
                        <a:srgbClr val="D9E1DA"/>
                      </a:solidFill>
                      <a:prstDash val="solid"/>
                    </a:lnR>
                    <a:lnB w="9525">
                      <a:solidFill>
                        <a:srgbClr val="D9E1DA"/>
                      </a:solidFill>
                      <a:prstDash val="solid"/>
                    </a:lnB>
                    <a:solidFill>
                      <a:srgbClr val="EAF0E7"/>
                    </a:solidFill>
                  </a:tcPr>
                </a:tc>
              </a:tr>
            </a:tbl>
          </a:graphicData>
        </a:graphic>
      </p:graphicFrame>
      <p:sp>
        <p:nvSpPr>
          <p:cNvPr id="3" name="">
            <a:extLst xmlns:a="http://schemas.openxmlformats.org/drawingml/2006/main">
              <a:ext uri="{FF2B5EF4-FFF2-40B4-BE49-F238E27FC236}">
                <a16:creationId xmlns:a16="http://schemas.microsoft.com/office/drawing/2014/main" id="{156B6C3A-75C1-4E90-8E60-F21A0469D5E2}"/>
              </a:ext>
            </a:extLst>
          </p:cNvPr>
          <p:cNvSpPr>
            <a:spLocks xmlns:a="http://schemas.openxmlformats.org/drawingml/2006/main" noGrp="1"/>
          </p:cNvSpPr>
          <p:nvPr/>
        </p:nvSpPr>
        <p:spPr>
          <a:xfrm xmlns:a="http://schemas.openxmlformats.org/drawingml/2006/main">
            <a:off x="11144250" y="64008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65D"/>
                </a:solidFill>
                <a:latin typeface="Arial"/>
                <a:ea typeface="Arial"/>
                <a:cs typeface="Arial"/>
              </a:defRPr>
            </a:defPPr>
            <a:lvl1pPr>
              <a:defRPr sz="1275" b="0">
                <a:solidFill>
                  <a:srgbClr val="50665D"/>
                </a:solidFill>
                <a:latin typeface="Arial"/>
                <a:ea typeface="Arial"/>
                <a:cs typeface="Arial"/>
              </a:defRPr>
            </a:lvl1pPr>
            <a:lvl2pPr>
              <a:defRPr sz="1275" b="0">
                <a:solidFill>
                  <a:srgbClr val="50665D"/>
                </a:solidFill>
                <a:latin typeface="Arial"/>
                <a:ea typeface="Arial"/>
                <a:cs typeface="Arial"/>
              </a:defRPr>
            </a:lvl2pPr>
            <a:lvl3pPr>
              <a:defRPr sz="1275" b="0">
                <a:solidFill>
                  <a:srgbClr val="50665D"/>
                </a:solidFill>
                <a:latin typeface="Arial"/>
                <a:ea typeface="Arial"/>
                <a:cs typeface="Arial"/>
              </a:defRPr>
            </a:lvl3pPr>
            <a:lvl4pPr>
              <a:defRPr sz="1275" b="0">
                <a:solidFill>
                  <a:srgbClr val="50665D"/>
                </a:solidFill>
                <a:latin typeface="Arial"/>
                <a:ea typeface="Arial"/>
                <a:cs typeface="Arial"/>
              </a:defRPr>
            </a:lvl4pPr>
            <a:lvl5pPr>
              <a:defRPr sz="1275" b="0">
                <a:solidFill>
                  <a:srgbClr val="50665D"/>
                </a:solidFill>
                <a:latin typeface="Arial"/>
                <a:ea typeface="Arial"/>
                <a:cs typeface="Arial"/>
              </a:defRPr>
            </a:lvl5pPr>
            <a:lvl6pPr>
              <a:defRPr sz="1275" b="0">
                <a:solidFill>
                  <a:srgbClr val="50665D"/>
                </a:solidFill>
                <a:latin typeface="Arial"/>
                <a:ea typeface="Arial"/>
                <a:cs typeface="Arial"/>
              </a:defRPr>
            </a:lvl6pPr>
            <a:lvl7pPr>
              <a:defRPr sz="1275" b="0">
                <a:solidFill>
                  <a:srgbClr val="50665D"/>
                </a:solidFill>
                <a:latin typeface="Arial"/>
                <a:ea typeface="Arial"/>
                <a:cs typeface="Arial"/>
              </a:defRPr>
            </a:lvl7pPr>
            <a:lvl8pPr>
              <a:defRPr sz="1275" b="0">
                <a:solidFill>
                  <a:srgbClr val="50665D"/>
                </a:solidFill>
                <a:latin typeface="Arial"/>
                <a:ea typeface="Arial"/>
                <a:cs typeface="Arial"/>
              </a:defRPr>
            </a:lvl8pPr>
            <a:lvl9pPr>
              <a:defRPr sz="1275" b="0">
                <a:solidFill>
                  <a:srgbClr val="50665D"/>
                </a:solidFill>
                <a:latin typeface="Arial"/>
                <a:ea typeface="Arial"/>
                <a:cs typeface="Arial"/>
              </a:defRPr>
            </a:lvl9pPr>
          </a:lstStyle>
          <a:p xmlns:a="http://schemas.openxmlformats.org/drawingml/2006/main">
            <a:pPr>
              <a:defRPr sz="1275" b="0">
                <a:solidFill>
                  <a:srgbClr val="50665D"/>
                </a:solidFill>
                <a:latin typeface="Arial"/>
                <a:ea typeface="Arial"/>
                <a:cs typeface="Arial"/>
              </a:defRPr>
            </a:pPr>
            <a:r>
              <a:rPr sz="1275" b="0">
                <a:solidFill>
                  <a:srgbClr val="50665D"/>
                </a:solidFill>
                <a:latin typeface="Arial"/>
                <a:ea typeface="Arial"/>
                <a:cs typeface="Arial"/>
              </a:rPr>
              <a:t>03</a:t>
            </a:r>
          </a:p>
        </p:txBody>
      </p:sp>
    </p:spTree>
    <p:extLst>
      <p:ext uri="{BB962C8B-B14F-4D97-AF65-F5344CB8AC3E}">
        <p14:creationId xmlns:p14="http://schemas.microsoft.com/office/powerpoint/2010/main" val="1097997194"/>
      </p:ext>
    </p:extLst>
  </p:cSld>
</p:sld>
</file>

<file path=ppt/slides/slide4.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2519328-F904-426C-B4D1-776AB23B9526}"/>
              </a:ext>
            </a:extLst>
          </p:cNvPr>
          <p:cNvSpPr>
            <a:spLocks xmlns:a="http://schemas.openxmlformats.org/drawingml/2006/main" noGrp="1"/>
          </p:cNvSpPr>
          <p:nvPr/>
        </p:nvSpPr>
        <p:spPr>
          <a:xfrm xmlns:a="http://schemas.openxmlformats.org/drawingml/2006/main">
            <a:off x="647700" y="438150"/>
            <a:ext cx="10896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32B"/>
                </a:solidFill>
                <a:latin typeface="Arial"/>
                <a:ea typeface="Arial"/>
                <a:cs typeface="Arial"/>
              </a:defRPr>
            </a:defPPr>
            <a:lvl1pPr>
              <a:defRPr sz="3300" b="1">
                <a:solidFill>
                  <a:srgbClr val="17332B"/>
                </a:solidFill>
                <a:latin typeface="Arial"/>
                <a:ea typeface="Arial"/>
                <a:cs typeface="Arial"/>
              </a:defRPr>
            </a:lvl1pPr>
            <a:lvl2pPr>
              <a:defRPr sz="3300" b="1">
                <a:solidFill>
                  <a:srgbClr val="17332B"/>
                </a:solidFill>
                <a:latin typeface="Arial"/>
                <a:ea typeface="Arial"/>
                <a:cs typeface="Arial"/>
              </a:defRPr>
            </a:lvl2pPr>
            <a:lvl3pPr>
              <a:defRPr sz="3300" b="1">
                <a:solidFill>
                  <a:srgbClr val="17332B"/>
                </a:solidFill>
                <a:latin typeface="Arial"/>
                <a:ea typeface="Arial"/>
                <a:cs typeface="Arial"/>
              </a:defRPr>
            </a:lvl3pPr>
            <a:lvl4pPr>
              <a:defRPr sz="3300" b="1">
                <a:solidFill>
                  <a:srgbClr val="17332B"/>
                </a:solidFill>
                <a:latin typeface="Arial"/>
                <a:ea typeface="Arial"/>
                <a:cs typeface="Arial"/>
              </a:defRPr>
            </a:lvl4pPr>
            <a:lvl5pPr>
              <a:defRPr sz="3300" b="1">
                <a:solidFill>
                  <a:srgbClr val="17332B"/>
                </a:solidFill>
                <a:latin typeface="Arial"/>
                <a:ea typeface="Arial"/>
                <a:cs typeface="Arial"/>
              </a:defRPr>
            </a:lvl5pPr>
            <a:lvl6pPr>
              <a:defRPr sz="3300" b="1">
                <a:solidFill>
                  <a:srgbClr val="17332B"/>
                </a:solidFill>
                <a:latin typeface="Arial"/>
                <a:ea typeface="Arial"/>
                <a:cs typeface="Arial"/>
              </a:defRPr>
            </a:lvl6pPr>
            <a:lvl7pPr>
              <a:defRPr sz="3300" b="1">
                <a:solidFill>
                  <a:srgbClr val="17332B"/>
                </a:solidFill>
                <a:latin typeface="Arial"/>
                <a:ea typeface="Arial"/>
                <a:cs typeface="Arial"/>
              </a:defRPr>
            </a:lvl7pPr>
            <a:lvl8pPr>
              <a:defRPr sz="3300" b="1">
                <a:solidFill>
                  <a:srgbClr val="17332B"/>
                </a:solidFill>
                <a:latin typeface="Arial"/>
                <a:ea typeface="Arial"/>
                <a:cs typeface="Arial"/>
              </a:defRPr>
            </a:lvl8pPr>
            <a:lvl9pPr>
              <a:defRPr sz="3300" b="1">
                <a:solidFill>
                  <a:srgbClr val="17332B"/>
                </a:solidFill>
                <a:latin typeface="Arial"/>
                <a:ea typeface="Arial"/>
                <a:cs typeface="Arial"/>
              </a:defRPr>
            </a:lvl9pPr>
          </a:lstStyle>
          <a:p xmlns:a="http://schemas.openxmlformats.org/drawingml/2006/main">
            <a:pPr>
              <a:defRPr sz="3300" b="1">
                <a:solidFill>
                  <a:srgbClr val="17332B"/>
                </a:solidFill>
                <a:latin typeface="Arial"/>
                <a:ea typeface="Arial"/>
                <a:cs typeface="Arial"/>
              </a:defRPr>
            </a:pPr>
            <a:r>
              <a:rPr sz="3300" b="1">
                <a:solidFill>
                  <a:srgbClr val="17332B"/>
                </a:solidFill>
                <a:latin typeface="Arial"/>
                <a:ea typeface="Arial"/>
                <a:cs typeface="Arial"/>
              </a:rPr>
              <a:t>Estados y seguimiento</a:t>
            </a:r>
          </a:p>
        </p:txBody>
      </p:sp>
      <p:pic>
        <p:nvPicPr>
          <p:cNvPr id="2" name="">
            <a:extLst xmlns:a="http://schemas.openxmlformats.org/drawingml/2006/main">
              <a:ext uri="{FF2B5EF4-FFF2-40B4-BE49-F238E27FC236}">
                <a16:creationId xmlns:a16="http://schemas.microsoft.com/office/drawing/2014/main" id="{7CDCD634-A281-4A3F-BDE2-F40872DFAE3D}"/>
              </a:ext>
            </a:extLst>
          </p:cNvPr>
          <p:cNvPicPr>
            <a:picLocks xmlns:a="http://schemas.openxmlformats.org/drawingml/2006/main" noChangeAspect="1"/>
          </p:cNvPicPr>
          <p:nvPr/>
        </p:nvPicPr>
        <p:blipFill>
          <a:blip xmlns:r="http://schemas.openxmlformats.org/officeDocument/2006/relationships" xmlns:a="http://schemas.openxmlformats.org/drawingml/2006/main" r:embed="Rac844af27bf34e1c"/>
          <a:stretch xmlns:a="http://schemas.openxmlformats.org/drawingml/2006/main"/>
        </p:blipFill>
        <p:spPr>
          <a:xfrm xmlns:a="http://schemas.openxmlformats.org/drawingml/2006/main">
            <a:off x="832009" y="1476375"/>
            <a:ext cx="7156133" cy="47148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19E3507-0AF4-492D-8A87-899E29173F18}"/>
              </a:ext>
            </a:extLst>
          </p:cNvPr>
          <p:cNvSpPr>
            <a:spLocks xmlns:a="http://schemas.openxmlformats.org/drawingml/2006/main" noGrp="1"/>
          </p:cNvSpPr>
          <p:nvPr/>
        </p:nvSpPr>
        <p:spPr>
          <a:xfrm xmlns:a="http://schemas.openxmlformats.org/drawingml/2006/main">
            <a:off x="8572500" y="1762125"/>
            <a:ext cx="28575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332B"/>
                </a:solidFill>
                <a:latin typeface="Arial"/>
                <a:ea typeface="Arial"/>
                <a:cs typeface="Arial"/>
              </a:defRPr>
            </a:defPPr>
            <a:lvl1pPr>
              <a:defRPr sz="2025" b="1">
                <a:solidFill>
                  <a:srgbClr val="17332B"/>
                </a:solidFill>
                <a:latin typeface="Arial"/>
                <a:ea typeface="Arial"/>
                <a:cs typeface="Arial"/>
              </a:defRPr>
            </a:lvl1pPr>
            <a:lvl2pPr>
              <a:defRPr sz="2025" b="1">
                <a:solidFill>
                  <a:srgbClr val="17332B"/>
                </a:solidFill>
                <a:latin typeface="Arial"/>
                <a:ea typeface="Arial"/>
                <a:cs typeface="Arial"/>
              </a:defRPr>
            </a:lvl2pPr>
            <a:lvl3pPr>
              <a:defRPr sz="2025" b="1">
                <a:solidFill>
                  <a:srgbClr val="17332B"/>
                </a:solidFill>
                <a:latin typeface="Arial"/>
                <a:ea typeface="Arial"/>
                <a:cs typeface="Arial"/>
              </a:defRPr>
            </a:lvl3pPr>
            <a:lvl4pPr>
              <a:defRPr sz="2025" b="1">
                <a:solidFill>
                  <a:srgbClr val="17332B"/>
                </a:solidFill>
                <a:latin typeface="Arial"/>
                <a:ea typeface="Arial"/>
                <a:cs typeface="Arial"/>
              </a:defRPr>
            </a:lvl4pPr>
            <a:lvl5pPr>
              <a:defRPr sz="2025" b="1">
                <a:solidFill>
                  <a:srgbClr val="17332B"/>
                </a:solidFill>
                <a:latin typeface="Arial"/>
                <a:ea typeface="Arial"/>
                <a:cs typeface="Arial"/>
              </a:defRPr>
            </a:lvl5pPr>
            <a:lvl6pPr>
              <a:defRPr sz="2025" b="1">
                <a:solidFill>
                  <a:srgbClr val="17332B"/>
                </a:solidFill>
                <a:latin typeface="Arial"/>
                <a:ea typeface="Arial"/>
                <a:cs typeface="Arial"/>
              </a:defRPr>
            </a:lvl6pPr>
            <a:lvl7pPr>
              <a:defRPr sz="2025" b="1">
                <a:solidFill>
                  <a:srgbClr val="17332B"/>
                </a:solidFill>
                <a:latin typeface="Arial"/>
                <a:ea typeface="Arial"/>
                <a:cs typeface="Arial"/>
              </a:defRPr>
            </a:lvl7pPr>
            <a:lvl8pPr>
              <a:defRPr sz="2025" b="1">
                <a:solidFill>
                  <a:srgbClr val="17332B"/>
                </a:solidFill>
                <a:latin typeface="Arial"/>
                <a:ea typeface="Arial"/>
                <a:cs typeface="Arial"/>
              </a:defRPr>
            </a:lvl8pPr>
            <a:lvl9pPr>
              <a:defRPr sz="2025" b="1">
                <a:solidFill>
                  <a:srgbClr val="17332B"/>
                </a:solidFill>
                <a:latin typeface="Arial"/>
                <a:ea typeface="Arial"/>
                <a:cs typeface="Arial"/>
              </a:defRPr>
            </a:lvl9pPr>
          </a:lstStyle>
          <a:p xmlns:a="http://schemas.openxmlformats.org/drawingml/2006/main">
            <a:pPr>
              <a:defRPr sz="2025" b="1">
                <a:solidFill>
                  <a:srgbClr val="17332B"/>
                </a:solidFill>
                <a:latin typeface="Arial"/>
                <a:ea typeface="Arial"/>
                <a:cs typeface="Arial"/>
              </a:defRPr>
            </a:pPr>
            <a:r>
              <a:rPr sz="2025" b="1">
                <a:solidFill>
                  <a:srgbClr val="17332B"/>
                </a:solidFill>
                <a:latin typeface="Arial"/>
                <a:ea typeface="Arial"/>
                <a:cs typeface="Arial"/>
              </a:rPr>
              <a:t>Pendiente de atención</a:t>
            </a:r>
          </a:p>
          <a:p xmlns:a="http://schemas.openxmlformats.org/drawingml/2006/main">
            <a:r>
              <a:t/>
            </a:r>
          </a:p>
          <a:p xmlns:a="http://schemas.openxmlformats.org/drawingml/2006/main">
            <a:pPr>
              <a:defRPr sz="2025" b="1">
                <a:solidFill>
                  <a:srgbClr val="17332B"/>
                </a:solidFill>
                <a:latin typeface="Arial"/>
                <a:ea typeface="Arial"/>
                <a:cs typeface="Arial"/>
              </a:defRPr>
            </a:pPr>
            <a:r>
              <a:rPr sz="2025" b="1">
                <a:solidFill>
                  <a:srgbClr val="17332B"/>
                </a:solidFill>
                <a:latin typeface="Arial"/>
                <a:ea typeface="Arial"/>
                <a:cs typeface="Arial"/>
              </a:rPr>
              <a:t>En proceso</a:t>
            </a:r>
          </a:p>
          <a:p xmlns:a="http://schemas.openxmlformats.org/drawingml/2006/main">
            <a:r>
              <a:t/>
            </a:r>
          </a:p>
          <a:p xmlns:a="http://schemas.openxmlformats.org/drawingml/2006/main">
            <a:pPr>
              <a:defRPr sz="2025" b="1">
                <a:solidFill>
                  <a:srgbClr val="17332B"/>
                </a:solidFill>
                <a:latin typeface="Arial"/>
                <a:ea typeface="Arial"/>
                <a:cs typeface="Arial"/>
              </a:defRPr>
            </a:pPr>
            <a:r>
              <a:rPr sz="2025" b="1">
                <a:solidFill>
                  <a:srgbClr val="17332B"/>
                </a:solidFill>
                <a:latin typeface="Arial"/>
                <a:ea typeface="Arial"/>
                <a:cs typeface="Arial"/>
              </a:rPr>
              <a:t>Solución propuesta</a:t>
            </a:r>
          </a:p>
          <a:p xmlns:a="http://schemas.openxmlformats.org/drawingml/2006/main">
            <a:r>
              <a:t/>
            </a:r>
          </a:p>
          <a:p xmlns:a="http://schemas.openxmlformats.org/drawingml/2006/main">
            <a:pPr>
              <a:defRPr sz="2025" b="1">
                <a:solidFill>
                  <a:srgbClr val="17332B"/>
                </a:solidFill>
                <a:latin typeface="Arial"/>
                <a:ea typeface="Arial"/>
                <a:cs typeface="Arial"/>
              </a:defRPr>
            </a:pPr>
            <a:r>
              <a:rPr sz="2025" b="1">
                <a:solidFill>
                  <a:srgbClr val="17332B"/>
                </a:solidFill>
                <a:latin typeface="Arial"/>
                <a:ea typeface="Arial"/>
                <a:cs typeface="Arial"/>
              </a:rPr>
              <a:t>Cerrado</a:t>
            </a:r>
          </a:p>
        </p:txBody>
      </p:sp>
      <p:sp>
        <p:nvSpPr>
          <p:cNvPr id="4" name="">
            <a:extLst xmlns:a="http://schemas.openxmlformats.org/drawingml/2006/main">
              <a:ext uri="{FF2B5EF4-FFF2-40B4-BE49-F238E27FC236}">
                <a16:creationId xmlns:a16="http://schemas.microsoft.com/office/drawing/2014/main" id="{D2E37FEB-1FD9-4870-B636-670346123104}"/>
              </a:ext>
            </a:extLst>
          </p:cNvPr>
          <p:cNvSpPr>
            <a:spLocks xmlns:a="http://schemas.openxmlformats.org/drawingml/2006/main" noGrp="1"/>
          </p:cNvSpPr>
          <p:nvPr/>
        </p:nvSpPr>
        <p:spPr>
          <a:xfrm xmlns:a="http://schemas.openxmlformats.org/drawingml/2006/main">
            <a:off x="762000" y="624840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0665D"/>
                </a:solidFill>
                <a:latin typeface="Arial"/>
                <a:ea typeface="Arial"/>
                <a:cs typeface="Arial"/>
              </a:defRPr>
            </a:defPPr>
            <a:lvl1pPr>
              <a:defRPr sz="1725" b="0">
                <a:solidFill>
                  <a:srgbClr val="50665D"/>
                </a:solidFill>
                <a:latin typeface="Arial"/>
                <a:ea typeface="Arial"/>
                <a:cs typeface="Arial"/>
              </a:defRPr>
            </a:lvl1pPr>
            <a:lvl2pPr>
              <a:defRPr sz="1725" b="0">
                <a:solidFill>
                  <a:srgbClr val="50665D"/>
                </a:solidFill>
                <a:latin typeface="Arial"/>
                <a:ea typeface="Arial"/>
                <a:cs typeface="Arial"/>
              </a:defRPr>
            </a:lvl2pPr>
            <a:lvl3pPr>
              <a:defRPr sz="1725" b="0">
                <a:solidFill>
                  <a:srgbClr val="50665D"/>
                </a:solidFill>
                <a:latin typeface="Arial"/>
                <a:ea typeface="Arial"/>
                <a:cs typeface="Arial"/>
              </a:defRPr>
            </a:lvl3pPr>
            <a:lvl4pPr>
              <a:defRPr sz="1725" b="0">
                <a:solidFill>
                  <a:srgbClr val="50665D"/>
                </a:solidFill>
                <a:latin typeface="Arial"/>
                <a:ea typeface="Arial"/>
                <a:cs typeface="Arial"/>
              </a:defRPr>
            </a:lvl4pPr>
            <a:lvl5pPr>
              <a:defRPr sz="1725" b="0">
                <a:solidFill>
                  <a:srgbClr val="50665D"/>
                </a:solidFill>
                <a:latin typeface="Arial"/>
                <a:ea typeface="Arial"/>
                <a:cs typeface="Arial"/>
              </a:defRPr>
            </a:lvl5pPr>
            <a:lvl6pPr>
              <a:defRPr sz="1725" b="0">
                <a:solidFill>
                  <a:srgbClr val="50665D"/>
                </a:solidFill>
                <a:latin typeface="Arial"/>
                <a:ea typeface="Arial"/>
                <a:cs typeface="Arial"/>
              </a:defRPr>
            </a:lvl6pPr>
            <a:lvl7pPr>
              <a:defRPr sz="1725" b="0">
                <a:solidFill>
                  <a:srgbClr val="50665D"/>
                </a:solidFill>
                <a:latin typeface="Arial"/>
                <a:ea typeface="Arial"/>
                <a:cs typeface="Arial"/>
              </a:defRPr>
            </a:lvl7pPr>
            <a:lvl8pPr>
              <a:defRPr sz="1725" b="0">
                <a:solidFill>
                  <a:srgbClr val="50665D"/>
                </a:solidFill>
                <a:latin typeface="Arial"/>
                <a:ea typeface="Arial"/>
                <a:cs typeface="Arial"/>
              </a:defRPr>
            </a:lvl8pPr>
            <a:lvl9pPr>
              <a:defRPr sz="1725" b="0">
                <a:solidFill>
                  <a:srgbClr val="50665D"/>
                </a:solidFill>
                <a:latin typeface="Arial"/>
                <a:ea typeface="Arial"/>
                <a:cs typeface="Arial"/>
              </a:defRPr>
            </a:lvl9pPr>
          </a:lstStyle>
          <a:p xmlns:a="http://schemas.openxmlformats.org/drawingml/2006/main">
            <a:pPr>
              <a:defRPr sz="1725" b="0">
                <a:solidFill>
                  <a:srgbClr val="50665D"/>
                </a:solidFill>
                <a:latin typeface="Arial"/>
                <a:ea typeface="Arial"/>
                <a:cs typeface="Arial"/>
              </a:defRPr>
            </a:pPr>
            <a:r>
              <a:rPr sz="1725" b="0">
                <a:solidFill>
                  <a:srgbClr val="50665D"/>
                </a:solidFill>
                <a:latin typeface="Arial"/>
                <a:ea typeface="Arial"/>
                <a:cs typeface="Arial"/>
              </a:rPr>
              <a:t>Responsable y turno se muestran por separado</a:t>
            </a:r>
          </a:p>
        </p:txBody>
      </p:sp>
      <p:sp>
        <p:nvSpPr>
          <p:cNvPr id="5" name="">
            <a:extLst xmlns:a="http://schemas.openxmlformats.org/drawingml/2006/main">
              <a:ext uri="{FF2B5EF4-FFF2-40B4-BE49-F238E27FC236}">
                <a16:creationId xmlns:a16="http://schemas.microsoft.com/office/drawing/2014/main" id="{5A91CFBD-20CD-4D11-BE6D-4A94252DE00E}"/>
              </a:ext>
            </a:extLst>
          </p:cNvPr>
          <p:cNvSpPr>
            <a:spLocks xmlns:a="http://schemas.openxmlformats.org/drawingml/2006/main" noGrp="1"/>
          </p:cNvSpPr>
          <p:nvPr/>
        </p:nvSpPr>
        <p:spPr>
          <a:xfrm xmlns:a="http://schemas.openxmlformats.org/drawingml/2006/main">
            <a:off x="11144250" y="64008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65D"/>
                </a:solidFill>
                <a:latin typeface="Arial"/>
                <a:ea typeface="Arial"/>
                <a:cs typeface="Arial"/>
              </a:defRPr>
            </a:defPPr>
            <a:lvl1pPr>
              <a:defRPr sz="1275" b="0">
                <a:solidFill>
                  <a:srgbClr val="50665D"/>
                </a:solidFill>
                <a:latin typeface="Arial"/>
                <a:ea typeface="Arial"/>
                <a:cs typeface="Arial"/>
              </a:defRPr>
            </a:lvl1pPr>
            <a:lvl2pPr>
              <a:defRPr sz="1275" b="0">
                <a:solidFill>
                  <a:srgbClr val="50665D"/>
                </a:solidFill>
                <a:latin typeface="Arial"/>
                <a:ea typeface="Arial"/>
                <a:cs typeface="Arial"/>
              </a:defRPr>
            </a:lvl2pPr>
            <a:lvl3pPr>
              <a:defRPr sz="1275" b="0">
                <a:solidFill>
                  <a:srgbClr val="50665D"/>
                </a:solidFill>
                <a:latin typeface="Arial"/>
                <a:ea typeface="Arial"/>
                <a:cs typeface="Arial"/>
              </a:defRPr>
            </a:lvl3pPr>
            <a:lvl4pPr>
              <a:defRPr sz="1275" b="0">
                <a:solidFill>
                  <a:srgbClr val="50665D"/>
                </a:solidFill>
                <a:latin typeface="Arial"/>
                <a:ea typeface="Arial"/>
                <a:cs typeface="Arial"/>
              </a:defRPr>
            </a:lvl4pPr>
            <a:lvl5pPr>
              <a:defRPr sz="1275" b="0">
                <a:solidFill>
                  <a:srgbClr val="50665D"/>
                </a:solidFill>
                <a:latin typeface="Arial"/>
                <a:ea typeface="Arial"/>
                <a:cs typeface="Arial"/>
              </a:defRPr>
            </a:lvl5pPr>
            <a:lvl6pPr>
              <a:defRPr sz="1275" b="0">
                <a:solidFill>
                  <a:srgbClr val="50665D"/>
                </a:solidFill>
                <a:latin typeface="Arial"/>
                <a:ea typeface="Arial"/>
                <a:cs typeface="Arial"/>
              </a:defRPr>
            </a:lvl6pPr>
            <a:lvl7pPr>
              <a:defRPr sz="1275" b="0">
                <a:solidFill>
                  <a:srgbClr val="50665D"/>
                </a:solidFill>
                <a:latin typeface="Arial"/>
                <a:ea typeface="Arial"/>
                <a:cs typeface="Arial"/>
              </a:defRPr>
            </a:lvl7pPr>
            <a:lvl8pPr>
              <a:defRPr sz="1275" b="0">
                <a:solidFill>
                  <a:srgbClr val="50665D"/>
                </a:solidFill>
                <a:latin typeface="Arial"/>
                <a:ea typeface="Arial"/>
                <a:cs typeface="Arial"/>
              </a:defRPr>
            </a:lvl8pPr>
            <a:lvl9pPr>
              <a:defRPr sz="1275" b="0">
                <a:solidFill>
                  <a:srgbClr val="50665D"/>
                </a:solidFill>
                <a:latin typeface="Arial"/>
                <a:ea typeface="Arial"/>
                <a:cs typeface="Arial"/>
              </a:defRPr>
            </a:lvl9pPr>
          </a:lstStyle>
          <a:p xmlns:a="http://schemas.openxmlformats.org/drawingml/2006/main">
            <a:pPr>
              <a:defRPr sz="1275" b="0">
                <a:solidFill>
                  <a:srgbClr val="50665D"/>
                </a:solidFill>
                <a:latin typeface="Arial"/>
                <a:ea typeface="Arial"/>
                <a:cs typeface="Arial"/>
              </a:defRPr>
            </a:pPr>
            <a:r>
              <a:rPr sz="1275" b="0">
                <a:solidFill>
                  <a:srgbClr val="50665D"/>
                </a:solidFill>
                <a:latin typeface="Arial"/>
                <a:ea typeface="Arial"/>
                <a:cs typeface="Arial"/>
              </a:rPr>
              <a:t>04</a:t>
            </a:r>
          </a:p>
        </p:txBody>
      </p:sp>
    </p:spTree>
    <p:extLst>
      <p:ext uri="{BB962C8B-B14F-4D97-AF65-F5344CB8AC3E}">
        <p14:creationId xmlns:p14="http://schemas.microsoft.com/office/powerpoint/2010/main" val="801537391"/>
      </p:ext>
    </p:extLst>
  </p:cSld>
</p:sld>
</file>

<file path=ppt/slides/slide5.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8D49E70-56FA-47A9-A602-ADCE8B00272C}"/>
              </a:ext>
            </a:extLst>
          </p:cNvPr>
          <p:cNvSpPr>
            <a:spLocks xmlns:a="http://schemas.openxmlformats.org/drawingml/2006/main" noGrp="1"/>
          </p:cNvSpPr>
          <p:nvPr/>
        </p:nvSpPr>
        <p:spPr>
          <a:xfrm xmlns:a="http://schemas.openxmlformats.org/drawingml/2006/main">
            <a:off x="647700" y="438150"/>
            <a:ext cx="10896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32B"/>
                </a:solidFill>
                <a:latin typeface="Arial"/>
                <a:ea typeface="Arial"/>
                <a:cs typeface="Arial"/>
              </a:defRPr>
            </a:defPPr>
            <a:lvl1pPr>
              <a:defRPr sz="3300" b="1">
                <a:solidFill>
                  <a:srgbClr val="17332B"/>
                </a:solidFill>
                <a:latin typeface="Arial"/>
                <a:ea typeface="Arial"/>
                <a:cs typeface="Arial"/>
              </a:defRPr>
            </a:lvl1pPr>
            <a:lvl2pPr>
              <a:defRPr sz="3300" b="1">
                <a:solidFill>
                  <a:srgbClr val="17332B"/>
                </a:solidFill>
                <a:latin typeface="Arial"/>
                <a:ea typeface="Arial"/>
                <a:cs typeface="Arial"/>
              </a:defRPr>
            </a:lvl2pPr>
            <a:lvl3pPr>
              <a:defRPr sz="3300" b="1">
                <a:solidFill>
                  <a:srgbClr val="17332B"/>
                </a:solidFill>
                <a:latin typeface="Arial"/>
                <a:ea typeface="Arial"/>
                <a:cs typeface="Arial"/>
              </a:defRPr>
            </a:lvl3pPr>
            <a:lvl4pPr>
              <a:defRPr sz="3300" b="1">
                <a:solidFill>
                  <a:srgbClr val="17332B"/>
                </a:solidFill>
                <a:latin typeface="Arial"/>
                <a:ea typeface="Arial"/>
                <a:cs typeface="Arial"/>
              </a:defRPr>
            </a:lvl4pPr>
            <a:lvl5pPr>
              <a:defRPr sz="3300" b="1">
                <a:solidFill>
                  <a:srgbClr val="17332B"/>
                </a:solidFill>
                <a:latin typeface="Arial"/>
                <a:ea typeface="Arial"/>
                <a:cs typeface="Arial"/>
              </a:defRPr>
            </a:lvl5pPr>
            <a:lvl6pPr>
              <a:defRPr sz="3300" b="1">
                <a:solidFill>
                  <a:srgbClr val="17332B"/>
                </a:solidFill>
                <a:latin typeface="Arial"/>
                <a:ea typeface="Arial"/>
                <a:cs typeface="Arial"/>
              </a:defRPr>
            </a:lvl6pPr>
            <a:lvl7pPr>
              <a:defRPr sz="3300" b="1">
                <a:solidFill>
                  <a:srgbClr val="17332B"/>
                </a:solidFill>
                <a:latin typeface="Arial"/>
                <a:ea typeface="Arial"/>
                <a:cs typeface="Arial"/>
              </a:defRPr>
            </a:lvl7pPr>
            <a:lvl8pPr>
              <a:defRPr sz="3300" b="1">
                <a:solidFill>
                  <a:srgbClr val="17332B"/>
                </a:solidFill>
                <a:latin typeface="Arial"/>
                <a:ea typeface="Arial"/>
                <a:cs typeface="Arial"/>
              </a:defRPr>
            </a:lvl8pPr>
            <a:lvl9pPr>
              <a:defRPr sz="3300" b="1">
                <a:solidFill>
                  <a:srgbClr val="17332B"/>
                </a:solidFill>
                <a:latin typeface="Arial"/>
                <a:ea typeface="Arial"/>
                <a:cs typeface="Arial"/>
              </a:defRPr>
            </a:lvl9pPr>
          </a:lstStyle>
          <a:p xmlns:a="http://schemas.openxmlformats.org/drawingml/2006/main">
            <a:pPr>
              <a:defRPr sz="3300" b="1">
                <a:solidFill>
                  <a:srgbClr val="17332B"/>
                </a:solidFill>
                <a:latin typeface="Arial"/>
                <a:ea typeface="Arial"/>
                <a:cs typeface="Arial"/>
              </a:defRPr>
            </a:pPr>
            <a:r>
              <a:rPr sz="3300" b="1">
                <a:solidFill>
                  <a:srgbClr val="17332B"/>
                </a:solidFill>
                <a:latin typeface="Arial"/>
                <a:ea typeface="Arial"/>
                <a:cs typeface="Arial"/>
              </a:rPr>
              <a:t>Departamentos y equipos</a:t>
            </a:r>
          </a:p>
        </p:txBody>
      </p:sp>
      <p:pic>
        <p:nvPicPr>
          <p:cNvPr id="2" name="">
            <a:extLst xmlns:a="http://schemas.openxmlformats.org/drawingml/2006/main">
              <a:ext uri="{FF2B5EF4-FFF2-40B4-BE49-F238E27FC236}">
                <a16:creationId xmlns:a16="http://schemas.microsoft.com/office/drawing/2014/main" id="{5DE9C19C-27B6-4292-B449-FFE5CF9C6196}"/>
              </a:ext>
            </a:extLst>
          </p:cNvPr>
          <p:cNvPicPr>
            <a:picLocks xmlns:a="http://schemas.openxmlformats.org/drawingml/2006/main" noChangeAspect="1"/>
          </p:cNvPicPr>
          <p:nvPr/>
        </p:nvPicPr>
        <p:blipFill>
          <a:blip xmlns:r="http://schemas.openxmlformats.org/officeDocument/2006/relationships" xmlns:a="http://schemas.openxmlformats.org/drawingml/2006/main" r:embed="Ra8b4ac5d6c4a46a8"/>
          <a:stretch xmlns:a="http://schemas.openxmlformats.org/drawingml/2006/main"/>
        </p:blipFill>
        <p:spPr>
          <a:xfrm xmlns:a="http://schemas.openxmlformats.org/drawingml/2006/main">
            <a:off x="957722" y="1381125"/>
            <a:ext cx="7133306" cy="4762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155854B-BD9A-4A6E-ACDF-C43195A5A18B}"/>
              </a:ext>
            </a:extLst>
          </p:cNvPr>
          <p:cNvSpPr>
            <a:spLocks xmlns:a="http://schemas.openxmlformats.org/drawingml/2006/main" noGrp="1"/>
          </p:cNvSpPr>
          <p:nvPr/>
        </p:nvSpPr>
        <p:spPr>
          <a:xfrm xmlns:a="http://schemas.openxmlformats.org/drawingml/2006/main">
            <a:off x="8858250" y="2000250"/>
            <a:ext cx="2667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332B"/>
                </a:solidFill>
                <a:latin typeface="Arial"/>
                <a:ea typeface="Arial"/>
                <a:cs typeface="Arial"/>
              </a:defRPr>
            </a:defPPr>
            <a:lvl1pPr>
              <a:defRPr sz="2250" b="1">
                <a:solidFill>
                  <a:srgbClr val="17332B"/>
                </a:solidFill>
                <a:latin typeface="Arial"/>
                <a:ea typeface="Arial"/>
                <a:cs typeface="Arial"/>
              </a:defRPr>
            </a:lvl1pPr>
            <a:lvl2pPr>
              <a:defRPr sz="2250" b="1">
                <a:solidFill>
                  <a:srgbClr val="17332B"/>
                </a:solidFill>
                <a:latin typeface="Arial"/>
                <a:ea typeface="Arial"/>
                <a:cs typeface="Arial"/>
              </a:defRPr>
            </a:lvl2pPr>
            <a:lvl3pPr>
              <a:defRPr sz="2250" b="1">
                <a:solidFill>
                  <a:srgbClr val="17332B"/>
                </a:solidFill>
                <a:latin typeface="Arial"/>
                <a:ea typeface="Arial"/>
                <a:cs typeface="Arial"/>
              </a:defRPr>
            </a:lvl3pPr>
            <a:lvl4pPr>
              <a:defRPr sz="2250" b="1">
                <a:solidFill>
                  <a:srgbClr val="17332B"/>
                </a:solidFill>
                <a:latin typeface="Arial"/>
                <a:ea typeface="Arial"/>
                <a:cs typeface="Arial"/>
              </a:defRPr>
            </a:lvl4pPr>
            <a:lvl5pPr>
              <a:defRPr sz="2250" b="1">
                <a:solidFill>
                  <a:srgbClr val="17332B"/>
                </a:solidFill>
                <a:latin typeface="Arial"/>
                <a:ea typeface="Arial"/>
                <a:cs typeface="Arial"/>
              </a:defRPr>
            </a:lvl5pPr>
            <a:lvl6pPr>
              <a:defRPr sz="2250" b="1">
                <a:solidFill>
                  <a:srgbClr val="17332B"/>
                </a:solidFill>
                <a:latin typeface="Arial"/>
                <a:ea typeface="Arial"/>
                <a:cs typeface="Arial"/>
              </a:defRPr>
            </a:lvl6pPr>
            <a:lvl7pPr>
              <a:defRPr sz="2250" b="1">
                <a:solidFill>
                  <a:srgbClr val="17332B"/>
                </a:solidFill>
                <a:latin typeface="Arial"/>
                <a:ea typeface="Arial"/>
                <a:cs typeface="Arial"/>
              </a:defRPr>
            </a:lvl7pPr>
            <a:lvl8pPr>
              <a:defRPr sz="2250" b="1">
                <a:solidFill>
                  <a:srgbClr val="17332B"/>
                </a:solidFill>
                <a:latin typeface="Arial"/>
                <a:ea typeface="Arial"/>
                <a:cs typeface="Arial"/>
              </a:defRPr>
            </a:lvl8pPr>
            <a:lvl9pPr>
              <a:defRPr sz="2250" b="1">
                <a:solidFill>
                  <a:srgbClr val="17332B"/>
                </a:solidFill>
                <a:latin typeface="Arial"/>
                <a:ea typeface="Arial"/>
                <a:cs typeface="Arial"/>
              </a:defRPr>
            </a:lvl9pPr>
          </a:lstStyle>
          <a:p xmlns:a="http://schemas.openxmlformats.org/drawingml/2006/main">
            <a:pPr>
              <a:defRPr sz="2250" b="1">
                <a:solidFill>
                  <a:srgbClr val="17332B"/>
                </a:solidFill>
                <a:latin typeface="Arial"/>
                <a:ea typeface="Arial"/>
                <a:cs typeface="Arial"/>
              </a:defRPr>
            </a:pPr>
            <a:r>
              <a:rPr sz="2250" b="1">
                <a:solidFill>
                  <a:srgbClr val="17332B"/>
                </a:solidFill>
                <a:latin typeface="Arial"/>
                <a:ea typeface="Arial"/>
                <a:cs typeface="Arial"/>
              </a:rPr>
              <a:t>Ventas</a:t>
            </a:r>
          </a:p>
          <a:p xmlns:a="http://schemas.openxmlformats.org/drawingml/2006/main">
            <a:pPr>
              <a:defRPr sz="2250" b="1">
                <a:solidFill>
                  <a:srgbClr val="17332B"/>
                </a:solidFill>
                <a:latin typeface="Arial"/>
                <a:ea typeface="Arial"/>
                <a:cs typeface="Arial"/>
              </a:defRPr>
            </a:pPr>
            <a:r>
              <a:rPr sz="2250" b="1">
                <a:solidFill>
                  <a:srgbClr val="17332B"/>
                </a:solidFill>
                <a:latin typeface="Arial"/>
                <a:ea typeface="Arial"/>
                <a:cs typeface="Arial"/>
              </a:rPr>
              <a:t>Garantías</a:t>
            </a:r>
          </a:p>
          <a:p xmlns:a="http://schemas.openxmlformats.org/drawingml/2006/main">
            <a:pPr>
              <a:defRPr sz="2250" b="1">
                <a:solidFill>
                  <a:srgbClr val="17332B"/>
                </a:solidFill>
                <a:latin typeface="Arial"/>
                <a:ea typeface="Arial"/>
                <a:cs typeface="Arial"/>
              </a:defRPr>
            </a:pPr>
            <a:r>
              <a:rPr sz="2250" b="1">
                <a:solidFill>
                  <a:srgbClr val="17332B"/>
                </a:solidFill>
                <a:latin typeface="Arial"/>
                <a:ea typeface="Arial"/>
                <a:cs typeface="Arial"/>
              </a:rPr>
              <a:t>Entregas</a:t>
            </a:r>
          </a:p>
          <a:p xmlns:a="http://schemas.openxmlformats.org/drawingml/2006/main">
            <a:pPr>
              <a:defRPr sz="2250" b="1">
                <a:solidFill>
                  <a:srgbClr val="17332B"/>
                </a:solidFill>
                <a:latin typeface="Arial"/>
                <a:ea typeface="Arial"/>
                <a:cs typeface="Arial"/>
              </a:defRPr>
            </a:pPr>
            <a:r>
              <a:rPr sz="2250" b="1">
                <a:solidFill>
                  <a:srgbClr val="17332B"/>
                </a:solidFill>
                <a:latin typeface="Arial"/>
                <a:ea typeface="Arial"/>
                <a:cs typeface="Arial"/>
              </a:rPr>
              <a:t>Reclamos</a:t>
            </a:r>
          </a:p>
        </p:txBody>
      </p:sp>
      <p:sp>
        <p:nvSpPr>
          <p:cNvPr id="4" name="">
            <a:extLst xmlns:a="http://schemas.openxmlformats.org/drawingml/2006/main">
              <a:ext uri="{FF2B5EF4-FFF2-40B4-BE49-F238E27FC236}">
                <a16:creationId xmlns:a16="http://schemas.microsoft.com/office/drawing/2014/main" id="{CF883484-EDDE-4C1D-8034-A558F6E300EB}"/>
              </a:ext>
            </a:extLst>
          </p:cNvPr>
          <p:cNvSpPr>
            <a:spLocks xmlns:a="http://schemas.openxmlformats.org/drawingml/2006/main" noGrp="1"/>
          </p:cNvSpPr>
          <p:nvPr/>
        </p:nvSpPr>
        <p:spPr>
          <a:xfrm xmlns:a="http://schemas.openxmlformats.org/drawingml/2006/main">
            <a:off x="8572500" y="4629150"/>
            <a:ext cx="2857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332B"/>
                </a:solidFill>
                <a:latin typeface="Arial"/>
                <a:ea typeface="Arial"/>
                <a:cs typeface="Arial"/>
              </a:defRPr>
            </a:defPPr>
            <a:lvl1pPr>
              <a:defRPr sz="1950" b="0">
                <a:solidFill>
                  <a:srgbClr val="17332B"/>
                </a:solidFill>
                <a:latin typeface="Arial"/>
                <a:ea typeface="Arial"/>
                <a:cs typeface="Arial"/>
              </a:defRPr>
            </a:lvl1pPr>
            <a:lvl2pPr>
              <a:defRPr sz="1950" b="0">
                <a:solidFill>
                  <a:srgbClr val="17332B"/>
                </a:solidFill>
                <a:latin typeface="Arial"/>
                <a:ea typeface="Arial"/>
                <a:cs typeface="Arial"/>
              </a:defRPr>
            </a:lvl2pPr>
            <a:lvl3pPr>
              <a:defRPr sz="1950" b="0">
                <a:solidFill>
                  <a:srgbClr val="17332B"/>
                </a:solidFill>
                <a:latin typeface="Arial"/>
                <a:ea typeface="Arial"/>
                <a:cs typeface="Arial"/>
              </a:defRPr>
            </a:lvl3pPr>
            <a:lvl4pPr>
              <a:defRPr sz="1950" b="0">
                <a:solidFill>
                  <a:srgbClr val="17332B"/>
                </a:solidFill>
                <a:latin typeface="Arial"/>
                <a:ea typeface="Arial"/>
                <a:cs typeface="Arial"/>
              </a:defRPr>
            </a:lvl4pPr>
            <a:lvl5pPr>
              <a:defRPr sz="1950" b="0">
                <a:solidFill>
                  <a:srgbClr val="17332B"/>
                </a:solidFill>
                <a:latin typeface="Arial"/>
                <a:ea typeface="Arial"/>
                <a:cs typeface="Arial"/>
              </a:defRPr>
            </a:lvl5pPr>
            <a:lvl6pPr>
              <a:defRPr sz="1950" b="0">
                <a:solidFill>
                  <a:srgbClr val="17332B"/>
                </a:solidFill>
                <a:latin typeface="Arial"/>
                <a:ea typeface="Arial"/>
                <a:cs typeface="Arial"/>
              </a:defRPr>
            </a:lvl6pPr>
            <a:lvl7pPr>
              <a:defRPr sz="1950" b="0">
                <a:solidFill>
                  <a:srgbClr val="17332B"/>
                </a:solidFill>
                <a:latin typeface="Arial"/>
                <a:ea typeface="Arial"/>
                <a:cs typeface="Arial"/>
              </a:defRPr>
            </a:lvl7pPr>
            <a:lvl8pPr>
              <a:defRPr sz="1950" b="0">
                <a:solidFill>
                  <a:srgbClr val="17332B"/>
                </a:solidFill>
                <a:latin typeface="Arial"/>
                <a:ea typeface="Arial"/>
                <a:cs typeface="Arial"/>
              </a:defRPr>
            </a:lvl8pPr>
            <a:lvl9pPr>
              <a:defRPr sz="1950" b="0">
                <a:solidFill>
                  <a:srgbClr val="17332B"/>
                </a:solidFill>
                <a:latin typeface="Arial"/>
                <a:ea typeface="Arial"/>
                <a:cs typeface="Arial"/>
              </a:defRPr>
            </a:lvl9pPr>
          </a:lstStyle>
          <a:p xmlns:a="http://schemas.openxmlformats.org/drawingml/2006/main">
            <a:pPr>
              <a:defRPr sz="1950" b="0">
                <a:solidFill>
                  <a:srgbClr val="17332B"/>
                </a:solidFill>
                <a:latin typeface="Arial"/>
                <a:ea typeface="Arial"/>
                <a:cs typeface="Arial"/>
              </a:defRPr>
            </a:pPr>
            <a:r>
              <a:rPr sz="1950" b="0">
                <a:solidFill>
                  <a:srgbClr val="17332B"/>
                </a:solidFill>
                <a:latin typeface="Arial"/>
                <a:ea typeface="Arial"/>
                <a:cs typeface="Arial"/>
              </a:rPr>
              <a:t>Asignación manual o propuesta por menor carga</a:t>
            </a:r>
          </a:p>
        </p:txBody>
      </p:sp>
      <p:sp>
        <p:nvSpPr>
          <p:cNvPr id="5" name="">
            <a:extLst xmlns:a="http://schemas.openxmlformats.org/drawingml/2006/main">
              <a:ext uri="{FF2B5EF4-FFF2-40B4-BE49-F238E27FC236}">
                <a16:creationId xmlns:a16="http://schemas.microsoft.com/office/drawing/2014/main" id="{1010D73C-AF8C-40AE-96D2-5A997B7C3748}"/>
              </a:ext>
            </a:extLst>
          </p:cNvPr>
          <p:cNvSpPr>
            <a:spLocks xmlns:a="http://schemas.openxmlformats.org/drawingml/2006/main" noGrp="1"/>
          </p:cNvSpPr>
          <p:nvPr/>
        </p:nvSpPr>
        <p:spPr>
          <a:xfrm xmlns:a="http://schemas.openxmlformats.org/drawingml/2006/main">
            <a:off x="11144250" y="64008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65D"/>
                </a:solidFill>
                <a:latin typeface="Arial"/>
                <a:ea typeface="Arial"/>
                <a:cs typeface="Arial"/>
              </a:defRPr>
            </a:defPPr>
            <a:lvl1pPr>
              <a:defRPr sz="1275" b="0">
                <a:solidFill>
                  <a:srgbClr val="50665D"/>
                </a:solidFill>
                <a:latin typeface="Arial"/>
                <a:ea typeface="Arial"/>
                <a:cs typeface="Arial"/>
              </a:defRPr>
            </a:lvl1pPr>
            <a:lvl2pPr>
              <a:defRPr sz="1275" b="0">
                <a:solidFill>
                  <a:srgbClr val="50665D"/>
                </a:solidFill>
                <a:latin typeface="Arial"/>
                <a:ea typeface="Arial"/>
                <a:cs typeface="Arial"/>
              </a:defRPr>
            </a:lvl2pPr>
            <a:lvl3pPr>
              <a:defRPr sz="1275" b="0">
                <a:solidFill>
                  <a:srgbClr val="50665D"/>
                </a:solidFill>
                <a:latin typeface="Arial"/>
                <a:ea typeface="Arial"/>
                <a:cs typeface="Arial"/>
              </a:defRPr>
            </a:lvl3pPr>
            <a:lvl4pPr>
              <a:defRPr sz="1275" b="0">
                <a:solidFill>
                  <a:srgbClr val="50665D"/>
                </a:solidFill>
                <a:latin typeface="Arial"/>
                <a:ea typeface="Arial"/>
                <a:cs typeface="Arial"/>
              </a:defRPr>
            </a:lvl4pPr>
            <a:lvl5pPr>
              <a:defRPr sz="1275" b="0">
                <a:solidFill>
                  <a:srgbClr val="50665D"/>
                </a:solidFill>
                <a:latin typeface="Arial"/>
                <a:ea typeface="Arial"/>
                <a:cs typeface="Arial"/>
              </a:defRPr>
            </a:lvl5pPr>
            <a:lvl6pPr>
              <a:defRPr sz="1275" b="0">
                <a:solidFill>
                  <a:srgbClr val="50665D"/>
                </a:solidFill>
                <a:latin typeface="Arial"/>
                <a:ea typeface="Arial"/>
                <a:cs typeface="Arial"/>
              </a:defRPr>
            </a:lvl6pPr>
            <a:lvl7pPr>
              <a:defRPr sz="1275" b="0">
                <a:solidFill>
                  <a:srgbClr val="50665D"/>
                </a:solidFill>
                <a:latin typeface="Arial"/>
                <a:ea typeface="Arial"/>
                <a:cs typeface="Arial"/>
              </a:defRPr>
            </a:lvl7pPr>
            <a:lvl8pPr>
              <a:defRPr sz="1275" b="0">
                <a:solidFill>
                  <a:srgbClr val="50665D"/>
                </a:solidFill>
                <a:latin typeface="Arial"/>
                <a:ea typeface="Arial"/>
                <a:cs typeface="Arial"/>
              </a:defRPr>
            </a:lvl8pPr>
            <a:lvl9pPr>
              <a:defRPr sz="1275" b="0">
                <a:solidFill>
                  <a:srgbClr val="50665D"/>
                </a:solidFill>
                <a:latin typeface="Arial"/>
                <a:ea typeface="Arial"/>
                <a:cs typeface="Arial"/>
              </a:defRPr>
            </a:lvl9pPr>
          </a:lstStyle>
          <a:p xmlns:a="http://schemas.openxmlformats.org/drawingml/2006/main">
            <a:pPr>
              <a:defRPr sz="1275" b="0">
                <a:solidFill>
                  <a:srgbClr val="50665D"/>
                </a:solidFill>
                <a:latin typeface="Arial"/>
                <a:ea typeface="Arial"/>
                <a:cs typeface="Arial"/>
              </a:defRPr>
            </a:pPr>
            <a:r>
              <a:rPr sz="1275" b="0">
                <a:solidFill>
                  <a:srgbClr val="50665D"/>
                </a:solidFill>
                <a:latin typeface="Arial"/>
                <a:ea typeface="Arial"/>
                <a:cs typeface="Arial"/>
              </a:rPr>
              <a:t>05</a:t>
            </a:r>
          </a:p>
        </p:txBody>
      </p:sp>
    </p:spTree>
    <p:extLst>
      <p:ext uri="{BB962C8B-B14F-4D97-AF65-F5344CB8AC3E}">
        <p14:creationId xmlns:p14="http://schemas.microsoft.com/office/powerpoint/2010/main" val="1456514672"/>
      </p:ext>
    </p:extLst>
  </p:cSld>
</p:sld>
</file>

<file path=ppt/slides/slide6.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D74B3D-E654-4098-A7E9-639A037DAE01}"/>
              </a:ext>
            </a:extLst>
          </p:cNvPr>
          <p:cNvSpPr>
            <a:spLocks xmlns:a="http://schemas.openxmlformats.org/drawingml/2006/main" noGrp="1"/>
          </p:cNvSpPr>
          <p:nvPr/>
        </p:nvSpPr>
        <p:spPr>
          <a:xfrm xmlns:a="http://schemas.openxmlformats.org/drawingml/2006/main">
            <a:off x="647700" y="438150"/>
            <a:ext cx="10896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32B"/>
                </a:solidFill>
                <a:latin typeface="Arial"/>
                <a:ea typeface="Arial"/>
                <a:cs typeface="Arial"/>
              </a:defRPr>
            </a:defPPr>
            <a:lvl1pPr>
              <a:defRPr sz="3300" b="1">
                <a:solidFill>
                  <a:srgbClr val="17332B"/>
                </a:solidFill>
                <a:latin typeface="Arial"/>
                <a:ea typeface="Arial"/>
                <a:cs typeface="Arial"/>
              </a:defRPr>
            </a:lvl1pPr>
            <a:lvl2pPr>
              <a:defRPr sz="3300" b="1">
                <a:solidFill>
                  <a:srgbClr val="17332B"/>
                </a:solidFill>
                <a:latin typeface="Arial"/>
                <a:ea typeface="Arial"/>
                <a:cs typeface="Arial"/>
              </a:defRPr>
            </a:lvl2pPr>
            <a:lvl3pPr>
              <a:defRPr sz="3300" b="1">
                <a:solidFill>
                  <a:srgbClr val="17332B"/>
                </a:solidFill>
                <a:latin typeface="Arial"/>
                <a:ea typeface="Arial"/>
                <a:cs typeface="Arial"/>
              </a:defRPr>
            </a:lvl3pPr>
            <a:lvl4pPr>
              <a:defRPr sz="3300" b="1">
                <a:solidFill>
                  <a:srgbClr val="17332B"/>
                </a:solidFill>
                <a:latin typeface="Arial"/>
                <a:ea typeface="Arial"/>
                <a:cs typeface="Arial"/>
              </a:defRPr>
            </a:lvl4pPr>
            <a:lvl5pPr>
              <a:defRPr sz="3300" b="1">
                <a:solidFill>
                  <a:srgbClr val="17332B"/>
                </a:solidFill>
                <a:latin typeface="Arial"/>
                <a:ea typeface="Arial"/>
                <a:cs typeface="Arial"/>
              </a:defRPr>
            </a:lvl5pPr>
            <a:lvl6pPr>
              <a:defRPr sz="3300" b="1">
                <a:solidFill>
                  <a:srgbClr val="17332B"/>
                </a:solidFill>
                <a:latin typeface="Arial"/>
                <a:ea typeface="Arial"/>
                <a:cs typeface="Arial"/>
              </a:defRPr>
            </a:lvl6pPr>
            <a:lvl7pPr>
              <a:defRPr sz="3300" b="1">
                <a:solidFill>
                  <a:srgbClr val="17332B"/>
                </a:solidFill>
                <a:latin typeface="Arial"/>
                <a:ea typeface="Arial"/>
                <a:cs typeface="Arial"/>
              </a:defRPr>
            </a:lvl7pPr>
            <a:lvl8pPr>
              <a:defRPr sz="3300" b="1">
                <a:solidFill>
                  <a:srgbClr val="17332B"/>
                </a:solidFill>
                <a:latin typeface="Arial"/>
                <a:ea typeface="Arial"/>
                <a:cs typeface="Arial"/>
              </a:defRPr>
            </a:lvl8pPr>
            <a:lvl9pPr>
              <a:defRPr sz="3300" b="1">
                <a:solidFill>
                  <a:srgbClr val="17332B"/>
                </a:solidFill>
                <a:latin typeface="Arial"/>
                <a:ea typeface="Arial"/>
                <a:cs typeface="Arial"/>
              </a:defRPr>
            </a:lvl9pPr>
          </a:lstStyle>
          <a:p xmlns:a="http://schemas.openxmlformats.org/drawingml/2006/main">
            <a:pPr>
              <a:defRPr sz="3300" b="1">
                <a:solidFill>
                  <a:srgbClr val="17332B"/>
                </a:solidFill>
                <a:latin typeface="Arial"/>
                <a:ea typeface="Arial"/>
                <a:cs typeface="Arial"/>
              </a:defRPr>
            </a:pPr>
            <a:r>
              <a:rPr sz="3300" b="1">
                <a:solidFill>
                  <a:srgbClr val="17332B"/>
                </a:solidFill>
                <a:latin typeface="Arial"/>
                <a:ea typeface="Arial"/>
                <a:cs typeface="Arial"/>
              </a:rPr>
              <a:t>Acceso exclusivo y notas internas</a:t>
            </a:r>
          </a:p>
        </p:txBody>
      </p:sp>
      <p:sp>
        <p:nvSpPr>
          <p:cNvPr id="2" name="">
            <a:extLst xmlns:a="http://schemas.openxmlformats.org/drawingml/2006/main">
              <a:ext uri="{FF2B5EF4-FFF2-40B4-BE49-F238E27FC236}">
                <a16:creationId xmlns:a16="http://schemas.microsoft.com/office/drawing/2014/main" id="{CD7F963A-9D31-4BF6-98EC-31DC77C31B56}"/>
              </a:ext>
            </a:extLst>
          </p:cNvPr>
          <p:cNvSpPr>
            <a:spLocks xmlns:a="http://schemas.openxmlformats.org/drawingml/2006/main" noGrp="1"/>
          </p:cNvSpPr>
          <p:nvPr/>
        </p:nvSpPr>
        <p:spPr>
          <a:xfrm xmlns:a="http://schemas.openxmlformats.org/drawingml/2006/main">
            <a:off x="742950" y="160020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El agente consulta únicamente sus tickets asignados.</a:t>
            </a:r>
          </a:p>
        </p:txBody>
      </p:sp>
      <p:sp>
        <p:nvSpPr>
          <p:cNvPr id="3" name="">
            <a:extLst xmlns:a="http://schemas.openxmlformats.org/drawingml/2006/main">
              <a:ext uri="{FF2B5EF4-FFF2-40B4-BE49-F238E27FC236}">
                <a16:creationId xmlns:a16="http://schemas.microsoft.com/office/drawing/2014/main" id="{5F99F49F-33B1-4F9C-87A0-4AB85C6335D7}"/>
              </a:ext>
            </a:extLst>
          </p:cNvPr>
          <p:cNvSpPr>
            <a:spLocks xmlns:a="http://schemas.openxmlformats.org/drawingml/2006/main" noGrp="1"/>
          </p:cNvSpPr>
          <p:nvPr/>
        </p:nvSpPr>
        <p:spPr>
          <a:xfrm xmlns:a="http://schemas.openxmlformats.org/drawingml/2006/main">
            <a:off x="742950" y="258127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La reasignación retira el acceso anterior, incluso con caché antigua.</a:t>
            </a:r>
          </a:p>
        </p:txBody>
      </p:sp>
      <p:sp>
        <p:nvSpPr>
          <p:cNvPr id="4" name="">
            <a:extLst xmlns:a="http://schemas.openxmlformats.org/drawingml/2006/main">
              <a:ext uri="{FF2B5EF4-FFF2-40B4-BE49-F238E27FC236}">
                <a16:creationId xmlns:a16="http://schemas.microsoft.com/office/drawing/2014/main" id="{6AC49296-BFF2-44B9-905A-7BAEDFD3DECF}"/>
              </a:ext>
            </a:extLst>
          </p:cNvPr>
          <p:cNvSpPr>
            <a:spLocks xmlns:a="http://schemas.openxmlformats.org/drawingml/2006/main" noGrp="1"/>
          </p:cNvSpPr>
          <p:nvPr/>
        </p:nvSpPr>
        <p:spPr>
          <a:xfrm xmlns:a="http://schemas.openxmlformats.org/drawingml/2006/main">
            <a:off x="742950" y="356235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El cliente ve sus solicitudes y mensajes públicos.</a:t>
            </a:r>
          </a:p>
        </p:txBody>
      </p:sp>
      <p:sp>
        <p:nvSpPr>
          <p:cNvPr id="5" name="">
            <a:extLst xmlns:a="http://schemas.openxmlformats.org/drawingml/2006/main">
              <a:ext uri="{FF2B5EF4-FFF2-40B4-BE49-F238E27FC236}">
                <a16:creationId xmlns:a16="http://schemas.microsoft.com/office/drawing/2014/main" id="{390BAAA7-119F-4521-88DE-50E921BEDF06}"/>
              </a:ext>
            </a:extLst>
          </p:cNvPr>
          <p:cNvSpPr>
            <a:spLocks xmlns:a="http://schemas.openxmlformats.org/drawingml/2006/main" noGrp="1"/>
          </p:cNvSpPr>
          <p:nvPr/>
        </p:nvSpPr>
        <p:spPr>
          <a:xfrm xmlns:a="http://schemas.openxmlformats.org/drawingml/2006/main">
            <a:off x="742950" y="454342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Notas internas, cambios y responsables quedan trazados.</a:t>
            </a:r>
          </a:p>
        </p:txBody>
      </p:sp>
      <p:sp>
        <p:nvSpPr>
          <p:cNvPr id="6" name="">
            <a:extLst xmlns:a="http://schemas.openxmlformats.org/drawingml/2006/main">
              <a:ext uri="{FF2B5EF4-FFF2-40B4-BE49-F238E27FC236}">
                <a16:creationId xmlns:a16="http://schemas.microsoft.com/office/drawing/2014/main" id="{4CDC4284-C36D-4AA0-9BBB-54415C41A349}"/>
              </a:ext>
            </a:extLst>
          </p:cNvPr>
          <p:cNvSpPr>
            <a:spLocks xmlns:a="http://schemas.openxmlformats.org/drawingml/2006/main" noGrp="1"/>
          </p:cNvSpPr>
          <p:nvPr/>
        </p:nvSpPr>
        <p:spPr>
          <a:xfrm xmlns:a="http://schemas.openxmlformats.org/drawingml/2006/main">
            <a:off x="11144250" y="64008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65D"/>
                </a:solidFill>
                <a:latin typeface="Arial"/>
                <a:ea typeface="Arial"/>
                <a:cs typeface="Arial"/>
              </a:defRPr>
            </a:defPPr>
            <a:lvl1pPr>
              <a:defRPr sz="1275" b="0">
                <a:solidFill>
                  <a:srgbClr val="50665D"/>
                </a:solidFill>
                <a:latin typeface="Arial"/>
                <a:ea typeface="Arial"/>
                <a:cs typeface="Arial"/>
              </a:defRPr>
            </a:lvl1pPr>
            <a:lvl2pPr>
              <a:defRPr sz="1275" b="0">
                <a:solidFill>
                  <a:srgbClr val="50665D"/>
                </a:solidFill>
                <a:latin typeface="Arial"/>
                <a:ea typeface="Arial"/>
                <a:cs typeface="Arial"/>
              </a:defRPr>
            </a:lvl2pPr>
            <a:lvl3pPr>
              <a:defRPr sz="1275" b="0">
                <a:solidFill>
                  <a:srgbClr val="50665D"/>
                </a:solidFill>
                <a:latin typeface="Arial"/>
                <a:ea typeface="Arial"/>
                <a:cs typeface="Arial"/>
              </a:defRPr>
            </a:lvl3pPr>
            <a:lvl4pPr>
              <a:defRPr sz="1275" b="0">
                <a:solidFill>
                  <a:srgbClr val="50665D"/>
                </a:solidFill>
                <a:latin typeface="Arial"/>
                <a:ea typeface="Arial"/>
                <a:cs typeface="Arial"/>
              </a:defRPr>
            </a:lvl4pPr>
            <a:lvl5pPr>
              <a:defRPr sz="1275" b="0">
                <a:solidFill>
                  <a:srgbClr val="50665D"/>
                </a:solidFill>
                <a:latin typeface="Arial"/>
                <a:ea typeface="Arial"/>
                <a:cs typeface="Arial"/>
              </a:defRPr>
            </a:lvl5pPr>
            <a:lvl6pPr>
              <a:defRPr sz="1275" b="0">
                <a:solidFill>
                  <a:srgbClr val="50665D"/>
                </a:solidFill>
                <a:latin typeface="Arial"/>
                <a:ea typeface="Arial"/>
                <a:cs typeface="Arial"/>
              </a:defRPr>
            </a:lvl6pPr>
            <a:lvl7pPr>
              <a:defRPr sz="1275" b="0">
                <a:solidFill>
                  <a:srgbClr val="50665D"/>
                </a:solidFill>
                <a:latin typeface="Arial"/>
                <a:ea typeface="Arial"/>
                <a:cs typeface="Arial"/>
              </a:defRPr>
            </a:lvl7pPr>
            <a:lvl8pPr>
              <a:defRPr sz="1275" b="0">
                <a:solidFill>
                  <a:srgbClr val="50665D"/>
                </a:solidFill>
                <a:latin typeface="Arial"/>
                <a:ea typeface="Arial"/>
                <a:cs typeface="Arial"/>
              </a:defRPr>
            </a:lvl8pPr>
            <a:lvl9pPr>
              <a:defRPr sz="1275" b="0">
                <a:solidFill>
                  <a:srgbClr val="50665D"/>
                </a:solidFill>
                <a:latin typeface="Arial"/>
                <a:ea typeface="Arial"/>
                <a:cs typeface="Arial"/>
              </a:defRPr>
            </a:lvl9pPr>
          </a:lstStyle>
          <a:p xmlns:a="http://schemas.openxmlformats.org/drawingml/2006/main">
            <a:pPr>
              <a:defRPr sz="1275" b="0">
                <a:solidFill>
                  <a:srgbClr val="50665D"/>
                </a:solidFill>
                <a:latin typeface="Arial"/>
                <a:ea typeface="Arial"/>
                <a:cs typeface="Arial"/>
              </a:defRPr>
            </a:pPr>
            <a:r>
              <a:rPr sz="1275" b="0">
                <a:solidFill>
                  <a:srgbClr val="50665D"/>
                </a:solidFill>
                <a:latin typeface="Arial"/>
                <a:ea typeface="Arial"/>
                <a:cs typeface="Arial"/>
              </a:rPr>
              <a:t>06</a:t>
            </a:r>
          </a:p>
        </p:txBody>
      </p:sp>
    </p:spTree>
    <p:extLst>
      <p:ext uri="{BB962C8B-B14F-4D97-AF65-F5344CB8AC3E}">
        <p14:creationId xmlns:p14="http://schemas.microsoft.com/office/powerpoint/2010/main" val="1281568618"/>
      </p:ext>
    </p:extLst>
  </p:cSld>
</p:sld>
</file>

<file path=ppt/slides/slide7.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E8F3878-DAC6-49EC-B29F-90678F3888B6}"/>
              </a:ext>
            </a:extLst>
          </p:cNvPr>
          <p:cNvSpPr>
            <a:spLocks xmlns:a="http://schemas.openxmlformats.org/drawingml/2006/main" noGrp="1"/>
          </p:cNvSpPr>
          <p:nvPr/>
        </p:nvSpPr>
        <p:spPr>
          <a:xfrm xmlns:a="http://schemas.openxmlformats.org/drawingml/2006/main">
            <a:off x="647700" y="438150"/>
            <a:ext cx="10896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32B"/>
                </a:solidFill>
                <a:latin typeface="Arial"/>
                <a:ea typeface="Arial"/>
                <a:cs typeface="Arial"/>
              </a:defRPr>
            </a:defPPr>
            <a:lvl1pPr>
              <a:defRPr sz="3300" b="1">
                <a:solidFill>
                  <a:srgbClr val="17332B"/>
                </a:solidFill>
                <a:latin typeface="Arial"/>
                <a:ea typeface="Arial"/>
                <a:cs typeface="Arial"/>
              </a:defRPr>
            </a:lvl1pPr>
            <a:lvl2pPr>
              <a:defRPr sz="3300" b="1">
                <a:solidFill>
                  <a:srgbClr val="17332B"/>
                </a:solidFill>
                <a:latin typeface="Arial"/>
                <a:ea typeface="Arial"/>
                <a:cs typeface="Arial"/>
              </a:defRPr>
            </a:lvl2pPr>
            <a:lvl3pPr>
              <a:defRPr sz="3300" b="1">
                <a:solidFill>
                  <a:srgbClr val="17332B"/>
                </a:solidFill>
                <a:latin typeface="Arial"/>
                <a:ea typeface="Arial"/>
                <a:cs typeface="Arial"/>
              </a:defRPr>
            </a:lvl3pPr>
            <a:lvl4pPr>
              <a:defRPr sz="3300" b="1">
                <a:solidFill>
                  <a:srgbClr val="17332B"/>
                </a:solidFill>
                <a:latin typeface="Arial"/>
                <a:ea typeface="Arial"/>
                <a:cs typeface="Arial"/>
              </a:defRPr>
            </a:lvl4pPr>
            <a:lvl5pPr>
              <a:defRPr sz="3300" b="1">
                <a:solidFill>
                  <a:srgbClr val="17332B"/>
                </a:solidFill>
                <a:latin typeface="Arial"/>
                <a:ea typeface="Arial"/>
                <a:cs typeface="Arial"/>
              </a:defRPr>
            </a:lvl5pPr>
            <a:lvl6pPr>
              <a:defRPr sz="3300" b="1">
                <a:solidFill>
                  <a:srgbClr val="17332B"/>
                </a:solidFill>
                <a:latin typeface="Arial"/>
                <a:ea typeface="Arial"/>
                <a:cs typeface="Arial"/>
              </a:defRPr>
            </a:lvl6pPr>
            <a:lvl7pPr>
              <a:defRPr sz="3300" b="1">
                <a:solidFill>
                  <a:srgbClr val="17332B"/>
                </a:solidFill>
                <a:latin typeface="Arial"/>
                <a:ea typeface="Arial"/>
                <a:cs typeface="Arial"/>
              </a:defRPr>
            </a:lvl7pPr>
            <a:lvl8pPr>
              <a:defRPr sz="3300" b="1">
                <a:solidFill>
                  <a:srgbClr val="17332B"/>
                </a:solidFill>
                <a:latin typeface="Arial"/>
                <a:ea typeface="Arial"/>
                <a:cs typeface="Arial"/>
              </a:defRPr>
            </a:lvl8pPr>
            <a:lvl9pPr>
              <a:defRPr sz="3300" b="1">
                <a:solidFill>
                  <a:srgbClr val="17332B"/>
                </a:solidFill>
                <a:latin typeface="Arial"/>
                <a:ea typeface="Arial"/>
                <a:cs typeface="Arial"/>
              </a:defRPr>
            </a:lvl9pPr>
          </a:lstStyle>
          <a:p xmlns:a="http://schemas.openxmlformats.org/drawingml/2006/main">
            <a:pPr>
              <a:defRPr sz="3300" b="1">
                <a:solidFill>
                  <a:srgbClr val="17332B"/>
                </a:solidFill>
                <a:latin typeface="Arial"/>
                <a:ea typeface="Arial"/>
                <a:cs typeface="Arial"/>
              </a:defRPr>
            </a:pPr>
            <a:r>
              <a:rPr sz="3300" b="1">
                <a:solidFill>
                  <a:srgbClr val="17332B"/>
                </a:solidFill>
                <a:latin typeface="Arial"/>
                <a:ea typeface="Arial"/>
                <a:cs typeface="Arial"/>
              </a:rPr>
              <a:t>SLA avisos y satisfacción</a:t>
            </a:r>
          </a:p>
        </p:txBody>
      </p:sp>
      <p:sp>
        <p:nvSpPr>
          <p:cNvPr id="2" name="">
            <a:extLst xmlns:a="http://schemas.openxmlformats.org/drawingml/2006/main">
              <a:ext uri="{FF2B5EF4-FFF2-40B4-BE49-F238E27FC236}">
                <a16:creationId xmlns:a16="http://schemas.microsoft.com/office/drawing/2014/main" id="{F660DF1F-0D4B-4E85-8C4A-02E5D4A90B6D}"/>
              </a:ext>
            </a:extLst>
          </p:cNvPr>
          <p:cNvSpPr>
            <a:spLocks xmlns:a="http://schemas.openxmlformats.org/drawingml/2006/main" noGrp="1"/>
          </p:cNvSpPr>
          <p:nvPr/>
        </p:nvSpPr>
        <p:spPr>
          <a:xfrm xmlns:a="http://schemas.openxmlformats.org/drawingml/2006/main">
            <a:off x="742950" y="160020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Alta: 4 horas   Media: 24 horas   Baja: 72 horas continuas.</a:t>
            </a:r>
          </a:p>
        </p:txBody>
      </p:sp>
      <p:sp>
        <p:nvSpPr>
          <p:cNvPr id="3" name="">
            <a:extLst xmlns:a="http://schemas.openxmlformats.org/drawingml/2006/main">
              <a:ext uri="{FF2B5EF4-FFF2-40B4-BE49-F238E27FC236}">
                <a16:creationId xmlns:a16="http://schemas.microsoft.com/office/drawing/2014/main" id="{B03B151F-1515-474F-9D77-C704E4CBB3ED}"/>
              </a:ext>
            </a:extLst>
          </p:cNvPr>
          <p:cNvSpPr>
            <a:spLocks xmlns:a="http://schemas.openxmlformats.org/drawingml/2006/main" noGrp="1"/>
          </p:cNvSpPr>
          <p:nvPr/>
        </p:nvSpPr>
        <p:spPr>
          <a:xfrm xmlns:a="http://schemas.openxmlformats.org/drawingml/2006/main">
            <a:off x="742950" y="258127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El escalamiento sigue reglas configurables y evita avisos duplicados.</a:t>
            </a:r>
          </a:p>
        </p:txBody>
      </p:sp>
      <p:sp>
        <p:nvSpPr>
          <p:cNvPr id="4" name="">
            <a:extLst xmlns:a="http://schemas.openxmlformats.org/drawingml/2006/main">
              <a:ext uri="{FF2B5EF4-FFF2-40B4-BE49-F238E27FC236}">
                <a16:creationId xmlns:a16="http://schemas.microsoft.com/office/drawing/2014/main" id="{F41B220D-6F21-4DDC-A6E1-04EBD7B57AF5}"/>
              </a:ext>
            </a:extLst>
          </p:cNvPr>
          <p:cNvSpPr>
            <a:spLocks xmlns:a="http://schemas.openxmlformats.org/drawingml/2006/main" noGrp="1"/>
          </p:cNvSpPr>
          <p:nvPr/>
        </p:nvSpPr>
        <p:spPr>
          <a:xfrm xmlns:a="http://schemas.openxmlformats.org/drawingml/2006/main">
            <a:off x="742950" y="356235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El agente propone una solución pública y el cliente confirma.</a:t>
            </a:r>
          </a:p>
        </p:txBody>
      </p:sp>
      <p:sp>
        <p:nvSpPr>
          <p:cNvPr id="5" name="">
            <a:extLst xmlns:a="http://schemas.openxmlformats.org/drawingml/2006/main">
              <a:ext uri="{FF2B5EF4-FFF2-40B4-BE49-F238E27FC236}">
                <a16:creationId xmlns:a16="http://schemas.microsoft.com/office/drawing/2014/main" id="{948C212F-8319-4AF3-8459-00F5D968E7D6}"/>
              </a:ext>
            </a:extLst>
          </p:cNvPr>
          <p:cNvSpPr>
            <a:spLocks xmlns:a="http://schemas.openxmlformats.org/drawingml/2006/main" noGrp="1"/>
          </p:cNvSpPr>
          <p:nvPr/>
        </p:nvSpPr>
        <p:spPr>
          <a:xfrm xmlns:a="http://schemas.openxmlformats.org/drawingml/2006/main">
            <a:off x="742950" y="454342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La valoración y el comentario quedan guardados en MongoDB.</a:t>
            </a:r>
          </a:p>
        </p:txBody>
      </p:sp>
      <p:sp>
        <p:nvSpPr>
          <p:cNvPr id="6" name="">
            <a:extLst xmlns:a="http://schemas.openxmlformats.org/drawingml/2006/main">
              <a:ext uri="{FF2B5EF4-FFF2-40B4-BE49-F238E27FC236}">
                <a16:creationId xmlns:a16="http://schemas.microsoft.com/office/drawing/2014/main" id="{7203D971-D62B-47A2-A4DF-5E05C9412888}"/>
              </a:ext>
            </a:extLst>
          </p:cNvPr>
          <p:cNvSpPr>
            <a:spLocks xmlns:a="http://schemas.openxmlformats.org/drawingml/2006/main" noGrp="1"/>
          </p:cNvSpPr>
          <p:nvPr/>
        </p:nvSpPr>
        <p:spPr>
          <a:xfrm xmlns:a="http://schemas.openxmlformats.org/drawingml/2006/main">
            <a:off x="11144250" y="64008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65D"/>
                </a:solidFill>
                <a:latin typeface="Arial"/>
                <a:ea typeface="Arial"/>
                <a:cs typeface="Arial"/>
              </a:defRPr>
            </a:defPPr>
            <a:lvl1pPr>
              <a:defRPr sz="1275" b="0">
                <a:solidFill>
                  <a:srgbClr val="50665D"/>
                </a:solidFill>
                <a:latin typeface="Arial"/>
                <a:ea typeface="Arial"/>
                <a:cs typeface="Arial"/>
              </a:defRPr>
            </a:lvl1pPr>
            <a:lvl2pPr>
              <a:defRPr sz="1275" b="0">
                <a:solidFill>
                  <a:srgbClr val="50665D"/>
                </a:solidFill>
                <a:latin typeface="Arial"/>
                <a:ea typeface="Arial"/>
                <a:cs typeface="Arial"/>
              </a:defRPr>
            </a:lvl2pPr>
            <a:lvl3pPr>
              <a:defRPr sz="1275" b="0">
                <a:solidFill>
                  <a:srgbClr val="50665D"/>
                </a:solidFill>
                <a:latin typeface="Arial"/>
                <a:ea typeface="Arial"/>
                <a:cs typeface="Arial"/>
              </a:defRPr>
            </a:lvl3pPr>
            <a:lvl4pPr>
              <a:defRPr sz="1275" b="0">
                <a:solidFill>
                  <a:srgbClr val="50665D"/>
                </a:solidFill>
                <a:latin typeface="Arial"/>
                <a:ea typeface="Arial"/>
                <a:cs typeface="Arial"/>
              </a:defRPr>
            </a:lvl4pPr>
            <a:lvl5pPr>
              <a:defRPr sz="1275" b="0">
                <a:solidFill>
                  <a:srgbClr val="50665D"/>
                </a:solidFill>
                <a:latin typeface="Arial"/>
                <a:ea typeface="Arial"/>
                <a:cs typeface="Arial"/>
              </a:defRPr>
            </a:lvl5pPr>
            <a:lvl6pPr>
              <a:defRPr sz="1275" b="0">
                <a:solidFill>
                  <a:srgbClr val="50665D"/>
                </a:solidFill>
                <a:latin typeface="Arial"/>
                <a:ea typeface="Arial"/>
                <a:cs typeface="Arial"/>
              </a:defRPr>
            </a:lvl6pPr>
            <a:lvl7pPr>
              <a:defRPr sz="1275" b="0">
                <a:solidFill>
                  <a:srgbClr val="50665D"/>
                </a:solidFill>
                <a:latin typeface="Arial"/>
                <a:ea typeface="Arial"/>
                <a:cs typeface="Arial"/>
              </a:defRPr>
            </a:lvl7pPr>
            <a:lvl8pPr>
              <a:defRPr sz="1275" b="0">
                <a:solidFill>
                  <a:srgbClr val="50665D"/>
                </a:solidFill>
                <a:latin typeface="Arial"/>
                <a:ea typeface="Arial"/>
                <a:cs typeface="Arial"/>
              </a:defRPr>
            </a:lvl8pPr>
            <a:lvl9pPr>
              <a:defRPr sz="1275" b="0">
                <a:solidFill>
                  <a:srgbClr val="50665D"/>
                </a:solidFill>
                <a:latin typeface="Arial"/>
                <a:ea typeface="Arial"/>
                <a:cs typeface="Arial"/>
              </a:defRPr>
            </a:lvl9pPr>
          </a:lstStyle>
          <a:p xmlns:a="http://schemas.openxmlformats.org/drawingml/2006/main">
            <a:pPr>
              <a:defRPr sz="1275" b="0">
                <a:solidFill>
                  <a:srgbClr val="50665D"/>
                </a:solidFill>
                <a:latin typeface="Arial"/>
                <a:ea typeface="Arial"/>
                <a:cs typeface="Arial"/>
              </a:defRPr>
            </a:pPr>
            <a:r>
              <a:rPr sz="1275" b="0">
                <a:solidFill>
                  <a:srgbClr val="50665D"/>
                </a:solidFill>
                <a:latin typeface="Arial"/>
                <a:ea typeface="Arial"/>
                <a:cs typeface="Arial"/>
              </a:rPr>
              <a:t>07</a:t>
            </a:r>
          </a:p>
        </p:txBody>
      </p:sp>
    </p:spTree>
    <p:extLst>
      <p:ext uri="{BB962C8B-B14F-4D97-AF65-F5344CB8AC3E}">
        <p14:creationId xmlns:p14="http://schemas.microsoft.com/office/powerpoint/2010/main" val="1275652780"/>
      </p:ext>
    </p:extLst>
  </p:cSld>
</p:sld>
</file>

<file path=ppt/slides/slide8.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EC27EDE-365F-4FAD-9B37-977FB3722F01}"/>
              </a:ext>
            </a:extLst>
          </p:cNvPr>
          <p:cNvSpPr>
            <a:spLocks xmlns:a="http://schemas.openxmlformats.org/drawingml/2006/main" noGrp="1"/>
          </p:cNvSpPr>
          <p:nvPr/>
        </p:nvSpPr>
        <p:spPr>
          <a:xfrm xmlns:a="http://schemas.openxmlformats.org/drawingml/2006/main">
            <a:off x="647700" y="438150"/>
            <a:ext cx="10896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32B"/>
                </a:solidFill>
                <a:latin typeface="Arial"/>
                <a:ea typeface="Arial"/>
                <a:cs typeface="Arial"/>
              </a:defRPr>
            </a:defPPr>
            <a:lvl1pPr>
              <a:defRPr sz="3300" b="1">
                <a:solidFill>
                  <a:srgbClr val="17332B"/>
                </a:solidFill>
                <a:latin typeface="Arial"/>
                <a:ea typeface="Arial"/>
                <a:cs typeface="Arial"/>
              </a:defRPr>
            </a:lvl1pPr>
            <a:lvl2pPr>
              <a:defRPr sz="3300" b="1">
                <a:solidFill>
                  <a:srgbClr val="17332B"/>
                </a:solidFill>
                <a:latin typeface="Arial"/>
                <a:ea typeface="Arial"/>
                <a:cs typeface="Arial"/>
              </a:defRPr>
            </a:lvl2pPr>
            <a:lvl3pPr>
              <a:defRPr sz="3300" b="1">
                <a:solidFill>
                  <a:srgbClr val="17332B"/>
                </a:solidFill>
                <a:latin typeface="Arial"/>
                <a:ea typeface="Arial"/>
                <a:cs typeface="Arial"/>
              </a:defRPr>
            </a:lvl3pPr>
            <a:lvl4pPr>
              <a:defRPr sz="3300" b="1">
                <a:solidFill>
                  <a:srgbClr val="17332B"/>
                </a:solidFill>
                <a:latin typeface="Arial"/>
                <a:ea typeface="Arial"/>
                <a:cs typeface="Arial"/>
              </a:defRPr>
            </a:lvl4pPr>
            <a:lvl5pPr>
              <a:defRPr sz="3300" b="1">
                <a:solidFill>
                  <a:srgbClr val="17332B"/>
                </a:solidFill>
                <a:latin typeface="Arial"/>
                <a:ea typeface="Arial"/>
                <a:cs typeface="Arial"/>
              </a:defRPr>
            </a:lvl5pPr>
            <a:lvl6pPr>
              <a:defRPr sz="3300" b="1">
                <a:solidFill>
                  <a:srgbClr val="17332B"/>
                </a:solidFill>
                <a:latin typeface="Arial"/>
                <a:ea typeface="Arial"/>
                <a:cs typeface="Arial"/>
              </a:defRPr>
            </a:lvl6pPr>
            <a:lvl7pPr>
              <a:defRPr sz="3300" b="1">
                <a:solidFill>
                  <a:srgbClr val="17332B"/>
                </a:solidFill>
                <a:latin typeface="Arial"/>
                <a:ea typeface="Arial"/>
                <a:cs typeface="Arial"/>
              </a:defRPr>
            </a:lvl7pPr>
            <a:lvl8pPr>
              <a:defRPr sz="3300" b="1">
                <a:solidFill>
                  <a:srgbClr val="17332B"/>
                </a:solidFill>
                <a:latin typeface="Arial"/>
                <a:ea typeface="Arial"/>
                <a:cs typeface="Arial"/>
              </a:defRPr>
            </a:lvl8pPr>
            <a:lvl9pPr>
              <a:defRPr sz="3300" b="1">
                <a:solidFill>
                  <a:srgbClr val="17332B"/>
                </a:solidFill>
                <a:latin typeface="Arial"/>
                <a:ea typeface="Arial"/>
                <a:cs typeface="Arial"/>
              </a:defRPr>
            </a:lvl9pPr>
          </a:lstStyle>
          <a:p xmlns:a="http://schemas.openxmlformats.org/drawingml/2006/main">
            <a:pPr>
              <a:defRPr sz="3300" b="1">
                <a:solidFill>
                  <a:srgbClr val="17332B"/>
                </a:solidFill>
                <a:latin typeface="Arial"/>
                <a:ea typeface="Arial"/>
                <a:cs typeface="Arial"/>
              </a:defRPr>
            </a:pPr>
            <a:r>
              <a:rPr sz="3300" b="1">
                <a:solidFill>
                  <a:srgbClr val="17332B"/>
                </a:solidFill>
                <a:latin typeface="Arial"/>
                <a:ea typeface="Arial"/>
                <a:cs typeface="Arial"/>
              </a:rPr>
              <a:t>Mediciones en Webmin</a:t>
            </a:r>
          </a:p>
        </p:txBody>
      </p:sp>
      <p:graphicFrame>
        <p:nvGraphicFramePr>
          <p:cNvPr id="2" name="">
            <a:extLst xmlns:a="http://schemas.openxmlformats.org/drawingml/2006/main">
              <a:ext uri="{FF2B5EF4-FFF2-40B4-BE49-F238E27FC236}">
                <a16:creationId xmlns:a16="http://schemas.microsoft.com/office/drawing/2014/main" id="{63700506-0F1E-4505-BC9D-C1D3CF5A3638}"/>
              </a:ext>
            </a:extLst>
          </p:cNvPr>
          <p:cNvGraphicFramePr/>
          <p:nvPr/>
        </p:nvGraphicFramePr>
        <p:xfrm>
          <a:off xmlns:a="http://schemas.openxmlformats.org/drawingml/2006/main" x="742950" y="1571625"/>
          <a:ext xmlns:a="http://schemas.openxmlformats.org/drawingml/2006/main" cx="10706100" cy="2971800"/>
        </p:xfrm>
        <a:graphic xmlns:a="http://schemas.openxmlformats.org/drawingml/2006/main">
          <a:graphicData uri="http://schemas.openxmlformats.org/drawingml/2006/table">
            <a:tbl>
              <a:tblPr/>
              <a:tblGrid>
                <a:gridCol w="6667500"/>
                <a:gridCol w="4038600"/>
              </a:tblGrid>
              <a:tr h="742950">
                <a:tc>
                  <a:txBody>
                    <a:bodyPr/>
                    <a:lstStyle/>
                    <a:p>
                      <a:r>
                        <a:rPr sz="1875" b="1">
                          <a:solidFill>
                            <a:srgbClr val="FFFFFF"/>
                          </a:solidFill>
                          <a:latin typeface="Arial"/>
                          <a:ea typeface="Arial"/>
                          <a:cs typeface="Arial"/>
                        </a:rPr>
                        <a:t>Operación</a:t>
                      </a:r>
                    </a:p>
                  </a:txBody>
                  <a:tcPr marL="91440" marR="91440" marT="45720" marB="45720">
                    <a:lnL w="9525">
                      <a:solidFill>
                        <a:srgbClr val="D9E1DA"/>
                      </a:solidFill>
                      <a:prstDash val="solid"/>
                    </a:lnL>
                    <a:lnR w="9525">
                      <a:solidFill>
                        <a:srgbClr val="D9E1DA"/>
                      </a:solidFill>
                      <a:prstDash val="solid"/>
                    </a:lnR>
                    <a:lnT w="9525">
                      <a:solidFill>
                        <a:srgbClr val="D9E1DA"/>
                      </a:solidFill>
                      <a:prstDash val="solid"/>
                    </a:lnT>
                    <a:lnB w="9525">
                      <a:solidFill>
                        <a:srgbClr val="D9E1DA"/>
                      </a:solidFill>
                      <a:prstDash val="solid"/>
                    </a:lnB>
                    <a:solidFill>
                      <a:srgbClr val="276452"/>
                    </a:solidFill>
                  </a:tcPr>
                </a:tc>
                <a:tc>
                  <a:txBody>
                    <a:bodyPr/>
                    <a:lstStyle/>
                    <a:p>
                      <a:r>
                        <a:rPr sz="1875" b="1">
                          <a:solidFill>
                            <a:srgbClr val="FFFFFF"/>
                          </a:solidFill>
                          <a:latin typeface="Arial"/>
                          <a:ea typeface="Arial"/>
                          <a:cs typeface="Arial"/>
                        </a:rPr>
                        <a:t>Mediana en milisegundos</a:t>
                      </a:r>
                    </a:p>
                  </a:txBody>
                  <a:tcPr marL="91440" marR="91440" marT="45720" marB="45720">
                    <a:lnR w="9525">
                      <a:solidFill>
                        <a:srgbClr val="D9E1DA"/>
                      </a:solidFill>
                      <a:prstDash val="solid"/>
                    </a:lnR>
                    <a:lnT w="9525">
                      <a:solidFill>
                        <a:srgbClr val="D9E1DA"/>
                      </a:solidFill>
                      <a:prstDash val="solid"/>
                    </a:lnT>
                    <a:lnB w="9525">
                      <a:solidFill>
                        <a:srgbClr val="D9E1DA"/>
                      </a:solidFill>
                      <a:prstDash val="solid"/>
                    </a:lnB>
                    <a:solidFill>
                      <a:srgbClr val="276452"/>
                    </a:solidFill>
                  </a:tcPr>
                </a:tc>
              </a:tr>
              <a:tr h="742950">
                <a:tc>
                  <a:txBody>
                    <a:bodyPr/>
                    <a:lstStyle/>
                    <a:p>
                      <a:r>
                        <a:rPr sz="1875" b="0">
                          <a:solidFill>
                            <a:srgbClr val="17332B"/>
                          </a:solidFill>
                          <a:latin typeface="Arial"/>
                          <a:ea typeface="Arial"/>
                          <a:cs typeface="Arial"/>
                        </a:rPr>
                        <a:t>Cola en MongoDB</a:t>
                      </a:r>
                    </a:p>
                  </a:txBody>
                  <a:tcPr marL="91440" marR="91440" marT="45720" marB="45720">
                    <a:lnL w="9525">
                      <a:solidFill>
                        <a:srgbClr val="D9E1DA"/>
                      </a:solidFill>
                      <a:prstDash val="solid"/>
                    </a:lnL>
                    <a:lnR w="9525">
                      <a:solidFill>
                        <a:srgbClr val="D9E1DA"/>
                      </a:solidFill>
                      <a:prstDash val="solid"/>
                    </a:lnR>
                    <a:lnB w="9525">
                      <a:solidFill>
                        <a:srgbClr val="D9E1DA"/>
                      </a:solidFill>
                      <a:prstDash val="solid"/>
                    </a:lnB>
                    <a:solidFill>
                      <a:srgbClr val="FFFFFF"/>
                    </a:solidFill>
                  </a:tcPr>
                </a:tc>
                <a:tc>
                  <a:txBody>
                    <a:bodyPr/>
                    <a:lstStyle/>
                    <a:p>
                      <a:r>
                        <a:rPr sz="1875" b="0">
                          <a:solidFill>
                            <a:srgbClr val="17332B"/>
                          </a:solidFill>
                          <a:latin typeface="Arial"/>
                          <a:ea typeface="Arial"/>
                          <a:cs typeface="Arial"/>
                        </a:rPr>
                        <a:t>0.9406</a:t>
                      </a:r>
                    </a:p>
                  </a:txBody>
                  <a:tcPr marL="91440" marR="91440" marT="45720" marB="45720">
                    <a:lnR w="9525">
                      <a:solidFill>
                        <a:srgbClr val="D9E1DA"/>
                      </a:solidFill>
                      <a:prstDash val="solid"/>
                    </a:lnR>
                    <a:lnB w="9525">
                      <a:solidFill>
                        <a:srgbClr val="D9E1DA"/>
                      </a:solidFill>
                      <a:prstDash val="solid"/>
                    </a:lnB>
                    <a:solidFill>
                      <a:srgbClr val="FFFFFF"/>
                    </a:solidFill>
                  </a:tcPr>
                </a:tc>
              </a:tr>
              <a:tr h="742950">
                <a:tc>
                  <a:txBody>
                    <a:bodyPr/>
                    <a:lstStyle/>
                    <a:p>
                      <a:r>
                        <a:rPr sz="1875" b="0">
                          <a:solidFill>
                            <a:srgbClr val="17332B"/>
                          </a:solidFill>
                          <a:latin typeface="Arial"/>
                          <a:ea typeface="Arial"/>
                          <a:cs typeface="Arial"/>
                        </a:rPr>
                        <a:t>Cola en Redis</a:t>
                      </a:r>
                    </a:p>
                  </a:txBody>
                  <a:tcPr marL="91440" marR="91440" marT="45720" marB="45720">
                    <a:lnL w="9525">
                      <a:solidFill>
                        <a:srgbClr val="D9E1DA"/>
                      </a:solidFill>
                      <a:prstDash val="solid"/>
                    </a:lnL>
                    <a:lnR w="9525">
                      <a:solidFill>
                        <a:srgbClr val="D9E1DA"/>
                      </a:solidFill>
                      <a:prstDash val="solid"/>
                    </a:lnR>
                    <a:lnB w="9525">
                      <a:solidFill>
                        <a:srgbClr val="D9E1DA"/>
                      </a:solidFill>
                      <a:prstDash val="solid"/>
                    </a:lnB>
                    <a:solidFill>
                      <a:srgbClr val="EAF0E7"/>
                    </a:solidFill>
                  </a:tcPr>
                </a:tc>
                <a:tc>
                  <a:txBody>
                    <a:bodyPr/>
                    <a:lstStyle/>
                    <a:p>
                      <a:r>
                        <a:rPr sz="1875" b="0">
                          <a:solidFill>
                            <a:srgbClr val="17332B"/>
                          </a:solidFill>
                          <a:latin typeface="Arial"/>
                          <a:ea typeface="Arial"/>
                          <a:cs typeface="Arial"/>
                        </a:rPr>
                        <a:t>0.3678</a:t>
                      </a:r>
                    </a:p>
                  </a:txBody>
                  <a:tcPr marL="91440" marR="91440" marT="45720" marB="45720">
                    <a:lnR w="9525">
                      <a:solidFill>
                        <a:srgbClr val="D9E1DA"/>
                      </a:solidFill>
                      <a:prstDash val="solid"/>
                    </a:lnR>
                    <a:lnB w="9525">
                      <a:solidFill>
                        <a:srgbClr val="D9E1DA"/>
                      </a:solidFill>
                      <a:prstDash val="solid"/>
                    </a:lnB>
                    <a:solidFill>
                      <a:srgbClr val="EAF0E7"/>
                    </a:solidFill>
                  </a:tcPr>
                </a:tc>
              </a:tr>
              <a:tr h="742950">
                <a:tc>
                  <a:txBody>
                    <a:bodyPr/>
                    <a:lstStyle/>
                    <a:p>
                      <a:r>
                        <a:rPr sz="1875" b="0">
                          <a:solidFill>
                            <a:srgbClr val="17332B"/>
                          </a:solidFill>
                          <a:latin typeface="Arial"/>
                          <a:ea typeface="Arial"/>
                          <a:cs typeface="Arial"/>
                        </a:rPr>
                        <a:t>Agregación MongoDB</a:t>
                      </a:r>
                    </a:p>
                  </a:txBody>
                  <a:tcPr marL="91440" marR="91440" marT="45720" marB="45720">
                    <a:lnL w="9525">
                      <a:solidFill>
                        <a:srgbClr val="D9E1DA"/>
                      </a:solidFill>
                      <a:prstDash val="solid"/>
                    </a:lnL>
                    <a:lnR w="9525">
                      <a:solidFill>
                        <a:srgbClr val="D9E1DA"/>
                      </a:solidFill>
                      <a:prstDash val="solid"/>
                    </a:lnR>
                    <a:lnB w="9525">
                      <a:solidFill>
                        <a:srgbClr val="D9E1DA"/>
                      </a:solidFill>
                      <a:prstDash val="solid"/>
                    </a:lnB>
                    <a:solidFill>
                      <a:srgbClr val="FFFFFF"/>
                    </a:solidFill>
                  </a:tcPr>
                </a:tc>
                <a:tc>
                  <a:txBody>
                    <a:bodyPr/>
                    <a:lstStyle/>
                    <a:p>
                      <a:r>
                        <a:rPr sz="1875" b="0">
                          <a:solidFill>
                            <a:srgbClr val="17332B"/>
                          </a:solidFill>
                          <a:latin typeface="Arial"/>
                          <a:ea typeface="Arial"/>
                          <a:cs typeface="Arial"/>
                        </a:rPr>
                        <a:t>0.8281</a:t>
                      </a:r>
                    </a:p>
                  </a:txBody>
                  <a:tcPr marL="91440" marR="91440" marT="45720" marB="45720">
                    <a:lnR w="9525">
                      <a:solidFill>
                        <a:srgbClr val="D9E1DA"/>
                      </a:solidFill>
                      <a:prstDash val="solid"/>
                    </a:lnR>
                    <a:lnB w="9525">
                      <a:solidFill>
                        <a:srgbClr val="D9E1DA"/>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B5E8386-ACCF-40D3-BD2B-0F4B5883F5E1}"/>
              </a:ext>
            </a:extLst>
          </p:cNvPr>
          <p:cNvSpPr>
            <a:spLocks xmlns:a="http://schemas.openxmlformats.org/drawingml/2006/main" noGrp="1"/>
          </p:cNvSpPr>
          <p:nvPr/>
        </p:nvSpPr>
        <p:spPr>
          <a:xfrm xmlns:a="http://schemas.openxmlformats.org/drawingml/2006/main">
            <a:off x="762000" y="504825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0665D"/>
                </a:solidFill>
                <a:latin typeface="Arial"/>
                <a:ea typeface="Arial"/>
                <a:cs typeface="Arial"/>
              </a:defRPr>
            </a:defPPr>
            <a:lvl1pPr>
              <a:defRPr sz="1875" b="0">
                <a:solidFill>
                  <a:srgbClr val="50665D"/>
                </a:solidFill>
                <a:latin typeface="Arial"/>
                <a:ea typeface="Arial"/>
                <a:cs typeface="Arial"/>
              </a:defRPr>
            </a:lvl1pPr>
            <a:lvl2pPr>
              <a:defRPr sz="1875" b="0">
                <a:solidFill>
                  <a:srgbClr val="50665D"/>
                </a:solidFill>
                <a:latin typeface="Arial"/>
                <a:ea typeface="Arial"/>
                <a:cs typeface="Arial"/>
              </a:defRPr>
            </a:lvl2pPr>
            <a:lvl3pPr>
              <a:defRPr sz="1875" b="0">
                <a:solidFill>
                  <a:srgbClr val="50665D"/>
                </a:solidFill>
                <a:latin typeface="Arial"/>
                <a:ea typeface="Arial"/>
                <a:cs typeface="Arial"/>
              </a:defRPr>
            </a:lvl3pPr>
            <a:lvl4pPr>
              <a:defRPr sz="1875" b="0">
                <a:solidFill>
                  <a:srgbClr val="50665D"/>
                </a:solidFill>
                <a:latin typeface="Arial"/>
                <a:ea typeface="Arial"/>
                <a:cs typeface="Arial"/>
              </a:defRPr>
            </a:lvl4pPr>
            <a:lvl5pPr>
              <a:defRPr sz="1875" b="0">
                <a:solidFill>
                  <a:srgbClr val="50665D"/>
                </a:solidFill>
                <a:latin typeface="Arial"/>
                <a:ea typeface="Arial"/>
                <a:cs typeface="Arial"/>
              </a:defRPr>
            </a:lvl5pPr>
            <a:lvl6pPr>
              <a:defRPr sz="1875" b="0">
                <a:solidFill>
                  <a:srgbClr val="50665D"/>
                </a:solidFill>
                <a:latin typeface="Arial"/>
                <a:ea typeface="Arial"/>
                <a:cs typeface="Arial"/>
              </a:defRPr>
            </a:lvl6pPr>
            <a:lvl7pPr>
              <a:defRPr sz="1875" b="0">
                <a:solidFill>
                  <a:srgbClr val="50665D"/>
                </a:solidFill>
                <a:latin typeface="Arial"/>
                <a:ea typeface="Arial"/>
                <a:cs typeface="Arial"/>
              </a:defRPr>
            </a:lvl7pPr>
            <a:lvl8pPr>
              <a:defRPr sz="1875" b="0">
                <a:solidFill>
                  <a:srgbClr val="50665D"/>
                </a:solidFill>
                <a:latin typeface="Arial"/>
                <a:ea typeface="Arial"/>
                <a:cs typeface="Arial"/>
              </a:defRPr>
            </a:lvl8pPr>
            <a:lvl9pPr>
              <a:defRPr sz="1875" b="0">
                <a:solidFill>
                  <a:srgbClr val="50665D"/>
                </a:solidFill>
                <a:latin typeface="Arial"/>
                <a:ea typeface="Arial"/>
                <a:cs typeface="Arial"/>
              </a:defRPr>
            </a:lvl9pPr>
          </a:lstStyle>
          <a:p xmlns:a="http://schemas.openxmlformats.org/drawingml/2006/main">
            <a:pPr>
              <a:defRPr sz="1875" b="0">
                <a:solidFill>
                  <a:srgbClr val="50665D"/>
                </a:solidFill>
                <a:latin typeface="Arial"/>
                <a:ea typeface="Arial"/>
                <a:cs typeface="Arial"/>
              </a:defRPr>
            </a:pPr>
            <a:r>
              <a:rPr sz="1875" b="0">
                <a:solidFill>
                  <a:srgbClr val="50665D"/>
                </a:solidFill>
                <a:latin typeface="Arial"/>
                <a:ea typeface="Arial"/>
                <a:cs typeface="Arial"/>
              </a:rPr>
              <a:t>100 documentos sintéticos y tres ejecuciones por operación.</a:t>
            </a:r>
          </a:p>
          <a:p xmlns:a="http://schemas.openxmlformats.org/drawingml/2006/main">
            <a:pPr>
              <a:defRPr sz="1875" b="0">
                <a:solidFill>
                  <a:srgbClr val="50665D"/>
                </a:solidFill>
                <a:latin typeface="Arial"/>
                <a:ea typeface="Arial"/>
                <a:cs typeface="Arial"/>
              </a:defRPr>
            </a:pPr>
            <a:r>
              <a:rPr sz="1875" b="0">
                <a:solidFill>
                  <a:srgbClr val="50665D"/>
                </a:solidFill>
                <a:latin typeface="Arial"/>
                <a:ea typeface="Arial"/>
                <a:cs typeface="Arial"/>
              </a:rPr>
              <a:t>Muestra pequeña en un servidor compartido, sin carga concurrente.</a:t>
            </a:r>
          </a:p>
        </p:txBody>
      </p:sp>
      <p:sp>
        <p:nvSpPr>
          <p:cNvPr id="4" name="">
            <a:extLst xmlns:a="http://schemas.openxmlformats.org/drawingml/2006/main">
              <a:ext uri="{FF2B5EF4-FFF2-40B4-BE49-F238E27FC236}">
                <a16:creationId xmlns:a16="http://schemas.microsoft.com/office/drawing/2014/main" id="{2FE5F95C-8AC8-4E5F-919D-16A75836A138}"/>
              </a:ext>
            </a:extLst>
          </p:cNvPr>
          <p:cNvSpPr>
            <a:spLocks xmlns:a="http://schemas.openxmlformats.org/drawingml/2006/main" noGrp="1"/>
          </p:cNvSpPr>
          <p:nvPr/>
        </p:nvSpPr>
        <p:spPr>
          <a:xfrm xmlns:a="http://schemas.openxmlformats.org/drawingml/2006/main">
            <a:off x="11144250" y="64008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65D"/>
                </a:solidFill>
                <a:latin typeface="Arial"/>
                <a:ea typeface="Arial"/>
                <a:cs typeface="Arial"/>
              </a:defRPr>
            </a:defPPr>
            <a:lvl1pPr>
              <a:defRPr sz="1275" b="0">
                <a:solidFill>
                  <a:srgbClr val="50665D"/>
                </a:solidFill>
                <a:latin typeface="Arial"/>
                <a:ea typeface="Arial"/>
                <a:cs typeface="Arial"/>
              </a:defRPr>
            </a:lvl1pPr>
            <a:lvl2pPr>
              <a:defRPr sz="1275" b="0">
                <a:solidFill>
                  <a:srgbClr val="50665D"/>
                </a:solidFill>
                <a:latin typeface="Arial"/>
                <a:ea typeface="Arial"/>
                <a:cs typeface="Arial"/>
              </a:defRPr>
            </a:lvl2pPr>
            <a:lvl3pPr>
              <a:defRPr sz="1275" b="0">
                <a:solidFill>
                  <a:srgbClr val="50665D"/>
                </a:solidFill>
                <a:latin typeface="Arial"/>
                <a:ea typeface="Arial"/>
                <a:cs typeface="Arial"/>
              </a:defRPr>
            </a:lvl3pPr>
            <a:lvl4pPr>
              <a:defRPr sz="1275" b="0">
                <a:solidFill>
                  <a:srgbClr val="50665D"/>
                </a:solidFill>
                <a:latin typeface="Arial"/>
                <a:ea typeface="Arial"/>
                <a:cs typeface="Arial"/>
              </a:defRPr>
            </a:lvl4pPr>
            <a:lvl5pPr>
              <a:defRPr sz="1275" b="0">
                <a:solidFill>
                  <a:srgbClr val="50665D"/>
                </a:solidFill>
                <a:latin typeface="Arial"/>
                <a:ea typeface="Arial"/>
                <a:cs typeface="Arial"/>
              </a:defRPr>
            </a:lvl5pPr>
            <a:lvl6pPr>
              <a:defRPr sz="1275" b="0">
                <a:solidFill>
                  <a:srgbClr val="50665D"/>
                </a:solidFill>
                <a:latin typeface="Arial"/>
                <a:ea typeface="Arial"/>
                <a:cs typeface="Arial"/>
              </a:defRPr>
            </a:lvl6pPr>
            <a:lvl7pPr>
              <a:defRPr sz="1275" b="0">
                <a:solidFill>
                  <a:srgbClr val="50665D"/>
                </a:solidFill>
                <a:latin typeface="Arial"/>
                <a:ea typeface="Arial"/>
                <a:cs typeface="Arial"/>
              </a:defRPr>
            </a:lvl7pPr>
            <a:lvl8pPr>
              <a:defRPr sz="1275" b="0">
                <a:solidFill>
                  <a:srgbClr val="50665D"/>
                </a:solidFill>
                <a:latin typeface="Arial"/>
                <a:ea typeface="Arial"/>
                <a:cs typeface="Arial"/>
              </a:defRPr>
            </a:lvl8pPr>
            <a:lvl9pPr>
              <a:defRPr sz="1275" b="0">
                <a:solidFill>
                  <a:srgbClr val="50665D"/>
                </a:solidFill>
                <a:latin typeface="Arial"/>
                <a:ea typeface="Arial"/>
                <a:cs typeface="Arial"/>
              </a:defRPr>
            </a:lvl9pPr>
          </a:lstStyle>
          <a:p xmlns:a="http://schemas.openxmlformats.org/drawingml/2006/main">
            <a:pPr>
              <a:defRPr sz="1275" b="0">
                <a:solidFill>
                  <a:srgbClr val="50665D"/>
                </a:solidFill>
                <a:latin typeface="Arial"/>
                <a:ea typeface="Arial"/>
                <a:cs typeface="Arial"/>
              </a:defRPr>
            </a:pPr>
            <a:r>
              <a:rPr sz="1275" b="0">
                <a:solidFill>
                  <a:srgbClr val="50665D"/>
                </a:solidFill>
                <a:latin typeface="Arial"/>
                <a:ea typeface="Arial"/>
                <a:cs typeface="Arial"/>
              </a:rPr>
              <a:t>08</a:t>
            </a:r>
          </a:p>
        </p:txBody>
      </p:sp>
    </p:spTree>
    <p:extLst>
      <p:ext uri="{BB962C8B-B14F-4D97-AF65-F5344CB8AC3E}">
        <p14:creationId xmlns:p14="http://schemas.microsoft.com/office/powerpoint/2010/main" val="2128996092"/>
      </p:ext>
    </p:extLst>
  </p:cSld>
</p:sld>
</file>

<file path=ppt/slides/slide9.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374C8A6-E43F-4891-A60C-CF43F1765472}"/>
              </a:ext>
            </a:extLst>
          </p:cNvPr>
          <p:cNvSpPr>
            <a:spLocks xmlns:a="http://schemas.openxmlformats.org/drawingml/2006/main" noGrp="1"/>
          </p:cNvSpPr>
          <p:nvPr/>
        </p:nvSpPr>
        <p:spPr>
          <a:xfrm xmlns:a="http://schemas.openxmlformats.org/drawingml/2006/main">
            <a:off x="647700" y="438150"/>
            <a:ext cx="10896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32B"/>
                </a:solidFill>
                <a:latin typeface="Arial"/>
                <a:ea typeface="Arial"/>
                <a:cs typeface="Arial"/>
              </a:defRPr>
            </a:defPPr>
            <a:lvl1pPr>
              <a:defRPr sz="3300" b="1">
                <a:solidFill>
                  <a:srgbClr val="17332B"/>
                </a:solidFill>
                <a:latin typeface="Arial"/>
                <a:ea typeface="Arial"/>
                <a:cs typeface="Arial"/>
              </a:defRPr>
            </a:lvl1pPr>
            <a:lvl2pPr>
              <a:defRPr sz="3300" b="1">
                <a:solidFill>
                  <a:srgbClr val="17332B"/>
                </a:solidFill>
                <a:latin typeface="Arial"/>
                <a:ea typeface="Arial"/>
                <a:cs typeface="Arial"/>
              </a:defRPr>
            </a:lvl2pPr>
            <a:lvl3pPr>
              <a:defRPr sz="3300" b="1">
                <a:solidFill>
                  <a:srgbClr val="17332B"/>
                </a:solidFill>
                <a:latin typeface="Arial"/>
                <a:ea typeface="Arial"/>
                <a:cs typeface="Arial"/>
              </a:defRPr>
            </a:lvl3pPr>
            <a:lvl4pPr>
              <a:defRPr sz="3300" b="1">
                <a:solidFill>
                  <a:srgbClr val="17332B"/>
                </a:solidFill>
                <a:latin typeface="Arial"/>
                <a:ea typeface="Arial"/>
                <a:cs typeface="Arial"/>
              </a:defRPr>
            </a:lvl4pPr>
            <a:lvl5pPr>
              <a:defRPr sz="3300" b="1">
                <a:solidFill>
                  <a:srgbClr val="17332B"/>
                </a:solidFill>
                <a:latin typeface="Arial"/>
                <a:ea typeface="Arial"/>
                <a:cs typeface="Arial"/>
              </a:defRPr>
            </a:lvl5pPr>
            <a:lvl6pPr>
              <a:defRPr sz="3300" b="1">
                <a:solidFill>
                  <a:srgbClr val="17332B"/>
                </a:solidFill>
                <a:latin typeface="Arial"/>
                <a:ea typeface="Arial"/>
                <a:cs typeface="Arial"/>
              </a:defRPr>
            </a:lvl6pPr>
            <a:lvl7pPr>
              <a:defRPr sz="3300" b="1">
                <a:solidFill>
                  <a:srgbClr val="17332B"/>
                </a:solidFill>
                <a:latin typeface="Arial"/>
                <a:ea typeface="Arial"/>
                <a:cs typeface="Arial"/>
              </a:defRPr>
            </a:lvl7pPr>
            <a:lvl8pPr>
              <a:defRPr sz="3300" b="1">
                <a:solidFill>
                  <a:srgbClr val="17332B"/>
                </a:solidFill>
                <a:latin typeface="Arial"/>
                <a:ea typeface="Arial"/>
                <a:cs typeface="Arial"/>
              </a:defRPr>
            </a:lvl8pPr>
            <a:lvl9pPr>
              <a:defRPr sz="3300" b="1">
                <a:solidFill>
                  <a:srgbClr val="17332B"/>
                </a:solidFill>
                <a:latin typeface="Arial"/>
                <a:ea typeface="Arial"/>
                <a:cs typeface="Arial"/>
              </a:defRPr>
            </a:lvl9pPr>
          </a:lstStyle>
          <a:p xmlns:a="http://schemas.openxmlformats.org/drawingml/2006/main">
            <a:pPr>
              <a:defRPr sz="3300" b="1">
                <a:solidFill>
                  <a:srgbClr val="17332B"/>
                </a:solidFill>
                <a:latin typeface="Arial"/>
                <a:ea typeface="Arial"/>
                <a:cs typeface="Arial"/>
              </a:defRPr>
            </a:pPr>
            <a:r>
              <a:rPr sz="3300" b="1">
                <a:solidFill>
                  <a:srgbClr val="17332B"/>
                </a:solidFill>
                <a:latin typeface="Arial"/>
                <a:ea typeface="Arial"/>
                <a:cs typeface="Arial"/>
              </a:rPr>
              <a:t>Instalación desde cero</a:t>
            </a:r>
          </a:p>
        </p:txBody>
      </p:sp>
      <p:sp>
        <p:nvSpPr>
          <p:cNvPr id="2" name="">
            <a:extLst xmlns:a="http://schemas.openxmlformats.org/drawingml/2006/main">
              <a:ext uri="{FF2B5EF4-FFF2-40B4-BE49-F238E27FC236}">
                <a16:creationId xmlns:a16="http://schemas.microsoft.com/office/drawing/2014/main" id="{80B5F977-D4BE-46EA-80EE-E65E53ADCC65}"/>
              </a:ext>
            </a:extLst>
          </p:cNvPr>
          <p:cNvSpPr>
            <a:spLocks xmlns:a="http://schemas.openxmlformats.org/drawingml/2006/main" noGrp="1"/>
          </p:cNvSpPr>
          <p:nvPr/>
        </p:nvSpPr>
        <p:spPr>
          <a:xfrm xmlns:a="http://schemas.openxmlformats.org/drawingml/2006/main">
            <a:off x="742950" y="160020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Git y Docker Compose son los requisitos de la ruta recomendada.</a:t>
            </a:r>
          </a:p>
        </p:txBody>
      </p:sp>
      <p:sp>
        <p:nvSpPr>
          <p:cNvPr id="3" name="">
            <a:extLst xmlns:a="http://schemas.openxmlformats.org/drawingml/2006/main">
              <a:ext uri="{FF2B5EF4-FFF2-40B4-BE49-F238E27FC236}">
                <a16:creationId xmlns:a16="http://schemas.microsoft.com/office/drawing/2014/main" id="{8273A11A-0DB9-421C-A474-F4DD638C1DD1}"/>
              </a:ext>
            </a:extLst>
          </p:cNvPr>
          <p:cNvSpPr>
            <a:spLocks xmlns:a="http://schemas.openxmlformats.org/drawingml/2006/main" noGrp="1"/>
          </p:cNvSpPr>
          <p:nvPr/>
        </p:nvSpPr>
        <p:spPr>
          <a:xfrm xmlns:a="http://schemas.openxmlformats.org/drawingml/2006/main">
            <a:off x="742950" y="258127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La plantilla privada configura PHP, MongoDB y Redis del entorno local.</a:t>
            </a:r>
          </a:p>
        </p:txBody>
      </p:sp>
      <p:sp>
        <p:nvSpPr>
          <p:cNvPr id="4" name="">
            <a:extLst xmlns:a="http://schemas.openxmlformats.org/drawingml/2006/main">
              <a:ext uri="{FF2B5EF4-FFF2-40B4-BE49-F238E27FC236}">
                <a16:creationId xmlns:a16="http://schemas.microsoft.com/office/drawing/2014/main" id="{45AB2E89-8374-4BDE-A3C5-1C4A0096E623}"/>
              </a:ext>
            </a:extLst>
          </p:cNvPr>
          <p:cNvSpPr>
            <a:spLocks xmlns:a="http://schemas.openxmlformats.org/drawingml/2006/main" noGrp="1"/>
          </p:cNvSpPr>
          <p:nvPr/>
        </p:nvSpPr>
        <p:spPr>
          <a:xfrm xmlns:a="http://schemas.openxmlformats.org/drawingml/2006/main">
            <a:off x="742950" y="356235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Los datos sintéticos se cargan con PHP y mongosh sin duplicarlos.</a:t>
            </a:r>
          </a:p>
        </p:txBody>
      </p:sp>
      <p:sp>
        <p:nvSpPr>
          <p:cNvPr id="5" name="">
            <a:extLst xmlns:a="http://schemas.openxmlformats.org/drawingml/2006/main">
              <a:ext uri="{FF2B5EF4-FFF2-40B4-BE49-F238E27FC236}">
                <a16:creationId xmlns:a16="http://schemas.microsoft.com/office/drawing/2014/main" id="{03A70EF7-C50A-4448-912D-53920FB38199}"/>
              </a:ext>
            </a:extLst>
          </p:cNvPr>
          <p:cNvSpPr>
            <a:spLocks xmlns:a="http://schemas.openxmlformats.org/drawingml/2006/main" noGrp="1"/>
          </p:cNvSpPr>
          <p:nvPr/>
        </p:nvSpPr>
        <p:spPr>
          <a:xfrm xmlns:a="http://schemas.openxmlformats.org/drawingml/2006/main">
            <a:off x="742950" y="454342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El volumen conserva la base al detener y volver a iniciar.</a:t>
            </a:r>
          </a:p>
        </p:txBody>
      </p:sp>
      <p:sp>
        <p:nvSpPr>
          <p:cNvPr id="6" name="">
            <a:extLst xmlns:a="http://schemas.openxmlformats.org/drawingml/2006/main">
              <a:ext uri="{FF2B5EF4-FFF2-40B4-BE49-F238E27FC236}">
                <a16:creationId xmlns:a16="http://schemas.microsoft.com/office/drawing/2014/main" id="{05122059-1EA5-4433-949B-AE15A23B1C7C}"/>
              </a:ext>
            </a:extLst>
          </p:cNvPr>
          <p:cNvSpPr>
            <a:spLocks xmlns:a="http://schemas.openxmlformats.org/drawingml/2006/main" noGrp="1"/>
          </p:cNvSpPr>
          <p:nvPr/>
        </p:nvSpPr>
        <p:spPr>
          <a:xfrm xmlns:a="http://schemas.openxmlformats.org/drawingml/2006/main">
            <a:off x="11144250" y="64008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65D"/>
                </a:solidFill>
                <a:latin typeface="Arial"/>
                <a:ea typeface="Arial"/>
                <a:cs typeface="Arial"/>
              </a:defRPr>
            </a:defPPr>
            <a:lvl1pPr>
              <a:defRPr sz="1275" b="0">
                <a:solidFill>
                  <a:srgbClr val="50665D"/>
                </a:solidFill>
                <a:latin typeface="Arial"/>
                <a:ea typeface="Arial"/>
                <a:cs typeface="Arial"/>
              </a:defRPr>
            </a:lvl1pPr>
            <a:lvl2pPr>
              <a:defRPr sz="1275" b="0">
                <a:solidFill>
                  <a:srgbClr val="50665D"/>
                </a:solidFill>
                <a:latin typeface="Arial"/>
                <a:ea typeface="Arial"/>
                <a:cs typeface="Arial"/>
              </a:defRPr>
            </a:lvl2pPr>
            <a:lvl3pPr>
              <a:defRPr sz="1275" b="0">
                <a:solidFill>
                  <a:srgbClr val="50665D"/>
                </a:solidFill>
                <a:latin typeface="Arial"/>
                <a:ea typeface="Arial"/>
                <a:cs typeface="Arial"/>
              </a:defRPr>
            </a:lvl3pPr>
            <a:lvl4pPr>
              <a:defRPr sz="1275" b="0">
                <a:solidFill>
                  <a:srgbClr val="50665D"/>
                </a:solidFill>
                <a:latin typeface="Arial"/>
                <a:ea typeface="Arial"/>
                <a:cs typeface="Arial"/>
              </a:defRPr>
            </a:lvl4pPr>
            <a:lvl5pPr>
              <a:defRPr sz="1275" b="0">
                <a:solidFill>
                  <a:srgbClr val="50665D"/>
                </a:solidFill>
                <a:latin typeface="Arial"/>
                <a:ea typeface="Arial"/>
                <a:cs typeface="Arial"/>
              </a:defRPr>
            </a:lvl5pPr>
            <a:lvl6pPr>
              <a:defRPr sz="1275" b="0">
                <a:solidFill>
                  <a:srgbClr val="50665D"/>
                </a:solidFill>
                <a:latin typeface="Arial"/>
                <a:ea typeface="Arial"/>
                <a:cs typeface="Arial"/>
              </a:defRPr>
            </a:lvl6pPr>
            <a:lvl7pPr>
              <a:defRPr sz="1275" b="0">
                <a:solidFill>
                  <a:srgbClr val="50665D"/>
                </a:solidFill>
                <a:latin typeface="Arial"/>
                <a:ea typeface="Arial"/>
                <a:cs typeface="Arial"/>
              </a:defRPr>
            </a:lvl7pPr>
            <a:lvl8pPr>
              <a:defRPr sz="1275" b="0">
                <a:solidFill>
                  <a:srgbClr val="50665D"/>
                </a:solidFill>
                <a:latin typeface="Arial"/>
                <a:ea typeface="Arial"/>
                <a:cs typeface="Arial"/>
              </a:defRPr>
            </a:lvl8pPr>
            <a:lvl9pPr>
              <a:defRPr sz="1275" b="0">
                <a:solidFill>
                  <a:srgbClr val="50665D"/>
                </a:solidFill>
                <a:latin typeface="Arial"/>
                <a:ea typeface="Arial"/>
                <a:cs typeface="Arial"/>
              </a:defRPr>
            </a:lvl9pPr>
          </a:lstStyle>
          <a:p xmlns:a="http://schemas.openxmlformats.org/drawingml/2006/main">
            <a:pPr>
              <a:defRPr sz="1275" b="0">
                <a:solidFill>
                  <a:srgbClr val="50665D"/>
                </a:solidFill>
                <a:latin typeface="Arial"/>
                <a:ea typeface="Arial"/>
                <a:cs typeface="Arial"/>
              </a:defRPr>
            </a:pPr>
            <a:r>
              <a:rPr sz="1275" b="0">
                <a:solidFill>
                  <a:srgbClr val="50665D"/>
                </a:solidFill>
                <a:latin typeface="Arial"/>
                <a:ea typeface="Arial"/>
                <a:cs typeface="Arial"/>
              </a:rPr>
              <a:t>09</a:t>
            </a:r>
          </a:p>
        </p:txBody>
      </p:sp>
    </p:spTree>
    <p:extLst>
      <p:ext uri="{BB962C8B-B14F-4D97-AF65-F5344CB8AC3E}">
        <p14:creationId xmlns:p14="http://schemas.microsoft.com/office/powerpoint/2010/main" val="440953425"/>
      </p:ext>
    </p:extLst>
  </p:cSld>
</p:sld>
</file>

<file path=ppt/slides/slide10.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2197D37-27D5-4731-BE8E-67D5812C5E5F}"/>
              </a:ext>
            </a:extLst>
          </p:cNvPr>
          <p:cNvSpPr>
            <a:spLocks xmlns:a="http://schemas.openxmlformats.org/drawingml/2006/main" noGrp="1"/>
          </p:cNvSpPr>
          <p:nvPr/>
        </p:nvSpPr>
        <p:spPr>
          <a:xfrm xmlns:a="http://schemas.openxmlformats.org/drawingml/2006/main">
            <a:off x="647700" y="438150"/>
            <a:ext cx="10896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32B"/>
                </a:solidFill>
                <a:latin typeface="Arial"/>
                <a:ea typeface="Arial"/>
                <a:cs typeface="Arial"/>
              </a:defRPr>
            </a:defPPr>
            <a:lvl1pPr>
              <a:defRPr sz="3300" b="1">
                <a:solidFill>
                  <a:srgbClr val="17332B"/>
                </a:solidFill>
                <a:latin typeface="Arial"/>
                <a:ea typeface="Arial"/>
                <a:cs typeface="Arial"/>
              </a:defRPr>
            </a:lvl1pPr>
            <a:lvl2pPr>
              <a:defRPr sz="3300" b="1">
                <a:solidFill>
                  <a:srgbClr val="17332B"/>
                </a:solidFill>
                <a:latin typeface="Arial"/>
                <a:ea typeface="Arial"/>
                <a:cs typeface="Arial"/>
              </a:defRPr>
            </a:lvl2pPr>
            <a:lvl3pPr>
              <a:defRPr sz="3300" b="1">
                <a:solidFill>
                  <a:srgbClr val="17332B"/>
                </a:solidFill>
                <a:latin typeface="Arial"/>
                <a:ea typeface="Arial"/>
                <a:cs typeface="Arial"/>
              </a:defRPr>
            </a:lvl3pPr>
            <a:lvl4pPr>
              <a:defRPr sz="3300" b="1">
                <a:solidFill>
                  <a:srgbClr val="17332B"/>
                </a:solidFill>
                <a:latin typeface="Arial"/>
                <a:ea typeface="Arial"/>
                <a:cs typeface="Arial"/>
              </a:defRPr>
            </a:lvl4pPr>
            <a:lvl5pPr>
              <a:defRPr sz="3300" b="1">
                <a:solidFill>
                  <a:srgbClr val="17332B"/>
                </a:solidFill>
                <a:latin typeface="Arial"/>
                <a:ea typeface="Arial"/>
                <a:cs typeface="Arial"/>
              </a:defRPr>
            </a:lvl5pPr>
            <a:lvl6pPr>
              <a:defRPr sz="3300" b="1">
                <a:solidFill>
                  <a:srgbClr val="17332B"/>
                </a:solidFill>
                <a:latin typeface="Arial"/>
                <a:ea typeface="Arial"/>
                <a:cs typeface="Arial"/>
              </a:defRPr>
            </a:lvl6pPr>
            <a:lvl7pPr>
              <a:defRPr sz="3300" b="1">
                <a:solidFill>
                  <a:srgbClr val="17332B"/>
                </a:solidFill>
                <a:latin typeface="Arial"/>
                <a:ea typeface="Arial"/>
                <a:cs typeface="Arial"/>
              </a:defRPr>
            </a:lvl7pPr>
            <a:lvl8pPr>
              <a:defRPr sz="3300" b="1">
                <a:solidFill>
                  <a:srgbClr val="17332B"/>
                </a:solidFill>
                <a:latin typeface="Arial"/>
                <a:ea typeface="Arial"/>
                <a:cs typeface="Arial"/>
              </a:defRPr>
            </a:lvl8pPr>
            <a:lvl9pPr>
              <a:defRPr sz="3300" b="1">
                <a:solidFill>
                  <a:srgbClr val="17332B"/>
                </a:solidFill>
                <a:latin typeface="Arial"/>
                <a:ea typeface="Arial"/>
                <a:cs typeface="Arial"/>
              </a:defRPr>
            </a:lvl9pPr>
          </a:lstStyle>
          <a:p xmlns:a="http://schemas.openxmlformats.org/drawingml/2006/main">
            <a:pPr>
              <a:defRPr sz="3300" b="1">
                <a:solidFill>
                  <a:srgbClr val="17332B"/>
                </a:solidFill>
                <a:latin typeface="Arial"/>
                <a:ea typeface="Arial"/>
                <a:cs typeface="Arial"/>
              </a:defRPr>
            </a:pPr>
            <a:r>
              <a:rPr sz="3300" b="1">
                <a:solidFill>
                  <a:srgbClr val="17332B"/>
                </a:solidFill>
                <a:latin typeface="Arial"/>
                <a:ea typeface="Arial"/>
                <a:cs typeface="Arial"/>
              </a:rPr>
              <a:t>Pruebas y manejo de fallos</a:t>
            </a:r>
          </a:p>
        </p:txBody>
      </p:sp>
      <p:sp>
        <p:nvSpPr>
          <p:cNvPr id="2" name="">
            <a:extLst xmlns:a="http://schemas.openxmlformats.org/drawingml/2006/main">
              <a:ext uri="{FF2B5EF4-FFF2-40B4-BE49-F238E27FC236}">
                <a16:creationId xmlns:a16="http://schemas.microsoft.com/office/drawing/2014/main" id="{27869F4A-1347-4748-85DD-537365ED4657}"/>
              </a:ext>
            </a:extLst>
          </p:cNvPr>
          <p:cNvSpPr>
            <a:spLocks xmlns:a="http://schemas.openxmlformats.org/drawingml/2006/main" noGrp="1"/>
          </p:cNvSpPr>
          <p:nvPr/>
        </p:nvSpPr>
        <p:spPr>
          <a:xfrm xmlns:a="http://schemas.openxmlformats.org/drawingml/2006/main">
            <a:off x="742950" y="160020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229 comprobaciones locales de negocio, seguridad e integración.</a:t>
            </a:r>
          </a:p>
        </p:txBody>
      </p:sp>
      <p:sp>
        <p:nvSpPr>
          <p:cNvPr id="3" name="">
            <a:extLst xmlns:a="http://schemas.openxmlformats.org/drawingml/2006/main">
              <a:ext uri="{FF2B5EF4-FFF2-40B4-BE49-F238E27FC236}">
                <a16:creationId xmlns:a16="http://schemas.microsoft.com/office/drawing/2014/main" id="{88964633-3461-4F89-8BA3-60CBEDB7338F}"/>
              </a:ext>
            </a:extLst>
          </p:cNvPr>
          <p:cNvSpPr>
            <a:spLocks xmlns:a="http://schemas.openxmlformats.org/drawingml/2006/main" noGrp="1"/>
          </p:cNvSpPr>
          <p:nvPr/>
        </p:nvSpPr>
        <p:spPr>
          <a:xfrm xmlns:a="http://schemas.openxmlformats.org/drawingml/2006/main">
            <a:off x="742950" y="258127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Pruebas con MongoDB y Redis reales y flujo completo en Chromium.</a:t>
            </a:r>
          </a:p>
        </p:txBody>
      </p:sp>
      <p:sp>
        <p:nvSpPr>
          <p:cNvPr id="4" name="">
            <a:extLst xmlns:a="http://schemas.openxmlformats.org/drawingml/2006/main">
              <a:ext uri="{FF2B5EF4-FFF2-40B4-BE49-F238E27FC236}">
                <a16:creationId xmlns:a16="http://schemas.microsoft.com/office/drawing/2014/main" id="{3E5270F7-F0AF-46F5-9848-6B4A5D382254}"/>
              </a:ext>
            </a:extLst>
          </p:cNvPr>
          <p:cNvSpPr>
            <a:spLocks xmlns:a="http://schemas.openxmlformats.org/drawingml/2006/main" noGrp="1"/>
          </p:cNvSpPr>
          <p:nvPr/>
        </p:nvSpPr>
        <p:spPr>
          <a:xfrm xmlns:a="http://schemas.openxmlformats.org/drawingml/2006/main">
            <a:off x="742950" y="356235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Si Redis falla, la cola consulta MongoDB.</a:t>
            </a:r>
          </a:p>
        </p:txBody>
      </p:sp>
      <p:sp>
        <p:nvSpPr>
          <p:cNvPr id="5" name="">
            <a:extLst xmlns:a="http://schemas.openxmlformats.org/drawingml/2006/main">
              <a:ext uri="{FF2B5EF4-FFF2-40B4-BE49-F238E27FC236}">
                <a16:creationId xmlns:a16="http://schemas.microsoft.com/office/drawing/2014/main" id="{C3F31CA8-09C2-40C9-831B-729A16EEE961}"/>
              </a:ext>
            </a:extLst>
          </p:cNvPr>
          <p:cNvSpPr>
            <a:spLocks xmlns:a="http://schemas.openxmlformats.org/drawingml/2006/main" noGrp="1"/>
          </p:cNvSpPr>
          <p:nvPr/>
        </p:nvSpPr>
        <p:spPr>
          <a:xfrm xmlns:a="http://schemas.openxmlformats.org/drawingml/2006/main">
            <a:off x="742950" y="454342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La instalación limpia comprueba primer acceso y persistencia.</a:t>
            </a:r>
          </a:p>
        </p:txBody>
      </p:sp>
      <p:sp>
        <p:nvSpPr>
          <p:cNvPr id="6" name="">
            <a:extLst xmlns:a="http://schemas.openxmlformats.org/drawingml/2006/main">
              <a:ext uri="{FF2B5EF4-FFF2-40B4-BE49-F238E27FC236}">
                <a16:creationId xmlns:a16="http://schemas.microsoft.com/office/drawing/2014/main" id="{664B5DB2-60BD-4D05-82A8-3992128DA9BF}"/>
              </a:ext>
            </a:extLst>
          </p:cNvPr>
          <p:cNvSpPr>
            <a:spLocks xmlns:a="http://schemas.openxmlformats.org/drawingml/2006/main" noGrp="1"/>
          </p:cNvSpPr>
          <p:nvPr/>
        </p:nvSpPr>
        <p:spPr>
          <a:xfrm xmlns:a="http://schemas.openxmlformats.org/drawingml/2006/main">
            <a:off x="11144250" y="64008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65D"/>
                </a:solidFill>
                <a:latin typeface="Arial"/>
                <a:ea typeface="Arial"/>
                <a:cs typeface="Arial"/>
              </a:defRPr>
            </a:defPPr>
            <a:lvl1pPr>
              <a:defRPr sz="1275" b="0">
                <a:solidFill>
                  <a:srgbClr val="50665D"/>
                </a:solidFill>
                <a:latin typeface="Arial"/>
                <a:ea typeface="Arial"/>
                <a:cs typeface="Arial"/>
              </a:defRPr>
            </a:lvl1pPr>
            <a:lvl2pPr>
              <a:defRPr sz="1275" b="0">
                <a:solidFill>
                  <a:srgbClr val="50665D"/>
                </a:solidFill>
                <a:latin typeface="Arial"/>
                <a:ea typeface="Arial"/>
                <a:cs typeface="Arial"/>
              </a:defRPr>
            </a:lvl2pPr>
            <a:lvl3pPr>
              <a:defRPr sz="1275" b="0">
                <a:solidFill>
                  <a:srgbClr val="50665D"/>
                </a:solidFill>
                <a:latin typeface="Arial"/>
                <a:ea typeface="Arial"/>
                <a:cs typeface="Arial"/>
              </a:defRPr>
            </a:lvl3pPr>
            <a:lvl4pPr>
              <a:defRPr sz="1275" b="0">
                <a:solidFill>
                  <a:srgbClr val="50665D"/>
                </a:solidFill>
                <a:latin typeface="Arial"/>
                <a:ea typeface="Arial"/>
                <a:cs typeface="Arial"/>
              </a:defRPr>
            </a:lvl4pPr>
            <a:lvl5pPr>
              <a:defRPr sz="1275" b="0">
                <a:solidFill>
                  <a:srgbClr val="50665D"/>
                </a:solidFill>
                <a:latin typeface="Arial"/>
                <a:ea typeface="Arial"/>
                <a:cs typeface="Arial"/>
              </a:defRPr>
            </a:lvl5pPr>
            <a:lvl6pPr>
              <a:defRPr sz="1275" b="0">
                <a:solidFill>
                  <a:srgbClr val="50665D"/>
                </a:solidFill>
                <a:latin typeface="Arial"/>
                <a:ea typeface="Arial"/>
                <a:cs typeface="Arial"/>
              </a:defRPr>
            </a:lvl6pPr>
            <a:lvl7pPr>
              <a:defRPr sz="1275" b="0">
                <a:solidFill>
                  <a:srgbClr val="50665D"/>
                </a:solidFill>
                <a:latin typeface="Arial"/>
                <a:ea typeface="Arial"/>
                <a:cs typeface="Arial"/>
              </a:defRPr>
            </a:lvl7pPr>
            <a:lvl8pPr>
              <a:defRPr sz="1275" b="0">
                <a:solidFill>
                  <a:srgbClr val="50665D"/>
                </a:solidFill>
                <a:latin typeface="Arial"/>
                <a:ea typeface="Arial"/>
                <a:cs typeface="Arial"/>
              </a:defRPr>
            </a:lvl8pPr>
            <a:lvl9pPr>
              <a:defRPr sz="1275" b="0">
                <a:solidFill>
                  <a:srgbClr val="50665D"/>
                </a:solidFill>
                <a:latin typeface="Arial"/>
                <a:ea typeface="Arial"/>
                <a:cs typeface="Arial"/>
              </a:defRPr>
            </a:lvl9pPr>
          </a:lstStyle>
          <a:p xmlns:a="http://schemas.openxmlformats.org/drawingml/2006/main">
            <a:pPr>
              <a:defRPr sz="1275" b="0">
                <a:solidFill>
                  <a:srgbClr val="50665D"/>
                </a:solidFill>
                <a:latin typeface="Arial"/>
                <a:ea typeface="Arial"/>
                <a:cs typeface="Arial"/>
              </a:defRPr>
            </a:pPr>
            <a:r>
              <a:rPr sz="1275" b="0">
                <a:solidFill>
                  <a:srgbClr val="50665D"/>
                </a:solidFill>
                <a:latin typeface="Arial"/>
                <a:ea typeface="Arial"/>
                <a:cs typeface="Arial"/>
              </a:rPr>
              <a:t>10</a:t>
            </a:r>
          </a:p>
        </p:txBody>
      </p:sp>
    </p:spTree>
    <p:extLst>
      <p:ext uri="{BB962C8B-B14F-4D97-AF65-F5344CB8AC3E}">
        <p14:creationId xmlns:p14="http://schemas.microsoft.com/office/powerpoint/2010/main" val="116805828"/>
      </p:ext>
    </p:extLst>
  </p:cSld>
</p:sld>
</file>

<file path=ppt/slides/slide11.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0AF9E6-86DF-4314-BD56-BDB81507010E}"/>
              </a:ext>
            </a:extLst>
          </p:cNvPr>
          <p:cNvSpPr>
            <a:spLocks xmlns:a="http://schemas.openxmlformats.org/drawingml/2006/main" noGrp="1"/>
          </p:cNvSpPr>
          <p:nvPr/>
        </p:nvSpPr>
        <p:spPr>
          <a:xfrm xmlns:a="http://schemas.openxmlformats.org/drawingml/2006/main">
            <a:off x="647700" y="438150"/>
            <a:ext cx="10896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32B"/>
                </a:solidFill>
                <a:latin typeface="Arial"/>
                <a:ea typeface="Arial"/>
                <a:cs typeface="Arial"/>
              </a:defRPr>
            </a:defPPr>
            <a:lvl1pPr>
              <a:defRPr sz="3300" b="1">
                <a:solidFill>
                  <a:srgbClr val="17332B"/>
                </a:solidFill>
                <a:latin typeface="Arial"/>
                <a:ea typeface="Arial"/>
                <a:cs typeface="Arial"/>
              </a:defRPr>
            </a:lvl1pPr>
            <a:lvl2pPr>
              <a:defRPr sz="3300" b="1">
                <a:solidFill>
                  <a:srgbClr val="17332B"/>
                </a:solidFill>
                <a:latin typeface="Arial"/>
                <a:ea typeface="Arial"/>
                <a:cs typeface="Arial"/>
              </a:defRPr>
            </a:lvl2pPr>
            <a:lvl3pPr>
              <a:defRPr sz="3300" b="1">
                <a:solidFill>
                  <a:srgbClr val="17332B"/>
                </a:solidFill>
                <a:latin typeface="Arial"/>
                <a:ea typeface="Arial"/>
                <a:cs typeface="Arial"/>
              </a:defRPr>
            </a:lvl3pPr>
            <a:lvl4pPr>
              <a:defRPr sz="3300" b="1">
                <a:solidFill>
                  <a:srgbClr val="17332B"/>
                </a:solidFill>
                <a:latin typeface="Arial"/>
                <a:ea typeface="Arial"/>
                <a:cs typeface="Arial"/>
              </a:defRPr>
            </a:lvl4pPr>
            <a:lvl5pPr>
              <a:defRPr sz="3300" b="1">
                <a:solidFill>
                  <a:srgbClr val="17332B"/>
                </a:solidFill>
                <a:latin typeface="Arial"/>
                <a:ea typeface="Arial"/>
                <a:cs typeface="Arial"/>
              </a:defRPr>
            </a:lvl5pPr>
            <a:lvl6pPr>
              <a:defRPr sz="3300" b="1">
                <a:solidFill>
                  <a:srgbClr val="17332B"/>
                </a:solidFill>
                <a:latin typeface="Arial"/>
                <a:ea typeface="Arial"/>
                <a:cs typeface="Arial"/>
              </a:defRPr>
            </a:lvl6pPr>
            <a:lvl7pPr>
              <a:defRPr sz="3300" b="1">
                <a:solidFill>
                  <a:srgbClr val="17332B"/>
                </a:solidFill>
                <a:latin typeface="Arial"/>
                <a:ea typeface="Arial"/>
                <a:cs typeface="Arial"/>
              </a:defRPr>
            </a:lvl7pPr>
            <a:lvl8pPr>
              <a:defRPr sz="3300" b="1">
                <a:solidFill>
                  <a:srgbClr val="17332B"/>
                </a:solidFill>
                <a:latin typeface="Arial"/>
                <a:ea typeface="Arial"/>
                <a:cs typeface="Arial"/>
              </a:defRPr>
            </a:lvl8pPr>
            <a:lvl9pPr>
              <a:defRPr sz="3300" b="1">
                <a:solidFill>
                  <a:srgbClr val="17332B"/>
                </a:solidFill>
                <a:latin typeface="Arial"/>
                <a:ea typeface="Arial"/>
                <a:cs typeface="Arial"/>
              </a:defRPr>
            </a:lvl9pPr>
          </a:lstStyle>
          <a:p xmlns:a="http://schemas.openxmlformats.org/drawingml/2006/main">
            <a:pPr>
              <a:defRPr sz="3300" b="1">
                <a:solidFill>
                  <a:srgbClr val="17332B"/>
                </a:solidFill>
                <a:latin typeface="Arial"/>
                <a:ea typeface="Arial"/>
                <a:cs typeface="Arial"/>
              </a:defRPr>
            </a:pPr>
            <a:r>
              <a:rPr sz="3300" b="1">
                <a:solidFill>
                  <a:srgbClr val="17332B"/>
                </a:solidFill>
                <a:latin typeface="Arial"/>
                <a:ea typeface="Arial"/>
                <a:cs typeface="Arial"/>
              </a:rPr>
              <a:t>Continuidad del proyecto</a:t>
            </a:r>
          </a:p>
        </p:txBody>
      </p:sp>
      <p:sp>
        <p:nvSpPr>
          <p:cNvPr id="2" name="">
            <a:extLst xmlns:a="http://schemas.openxmlformats.org/drawingml/2006/main">
              <a:ext uri="{FF2B5EF4-FFF2-40B4-BE49-F238E27FC236}">
                <a16:creationId xmlns:a16="http://schemas.microsoft.com/office/drawing/2014/main" id="{2238158B-56A9-43C2-8692-C6C3B9D22DE0}"/>
              </a:ext>
            </a:extLst>
          </p:cNvPr>
          <p:cNvSpPr>
            <a:spLocks xmlns:a="http://schemas.openxmlformats.org/drawingml/2006/main" noGrp="1"/>
          </p:cNvSpPr>
          <p:nvPr/>
        </p:nvSpPr>
        <p:spPr>
          <a:xfrm xmlns:a="http://schemas.openxmlformats.org/drawingml/2006/main">
            <a:off x="742950" y="158115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76452"/>
                </a:solidFill>
                <a:latin typeface="Arial"/>
                <a:ea typeface="Arial"/>
                <a:cs typeface="Arial"/>
              </a:defRPr>
            </a:defPPr>
            <a:lvl1pPr>
              <a:defRPr sz="2400" b="1">
                <a:solidFill>
                  <a:srgbClr val="276452"/>
                </a:solidFill>
                <a:latin typeface="Arial"/>
                <a:ea typeface="Arial"/>
                <a:cs typeface="Arial"/>
              </a:defRPr>
            </a:lvl1pPr>
            <a:lvl2pPr>
              <a:defRPr sz="2400" b="1">
                <a:solidFill>
                  <a:srgbClr val="276452"/>
                </a:solidFill>
                <a:latin typeface="Arial"/>
                <a:ea typeface="Arial"/>
                <a:cs typeface="Arial"/>
              </a:defRPr>
            </a:lvl2pPr>
            <a:lvl3pPr>
              <a:defRPr sz="2400" b="1">
                <a:solidFill>
                  <a:srgbClr val="276452"/>
                </a:solidFill>
                <a:latin typeface="Arial"/>
                <a:ea typeface="Arial"/>
                <a:cs typeface="Arial"/>
              </a:defRPr>
            </a:lvl3pPr>
            <a:lvl4pPr>
              <a:defRPr sz="2400" b="1">
                <a:solidFill>
                  <a:srgbClr val="276452"/>
                </a:solidFill>
                <a:latin typeface="Arial"/>
                <a:ea typeface="Arial"/>
                <a:cs typeface="Arial"/>
              </a:defRPr>
            </a:lvl4pPr>
            <a:lvl5pPr>
              <a:defRPr sz="2400" b="1">
                <a:solidFill>
                  <a:srgbClr val="276452"/>
                </a:solidFill>
                <a:latin typeface="Arial"/>
                <a:ea typeface="Arial"/>
                <a:cs typeface="Arial"/>
              </a:defRPr>
            </a:lvl5pPr>
            <a:lvl6pPr>
              <a:defRPr sz="2400" b="1">
                <a:solidFill>
                  <a:srgbClr val="276452"/>
                </a:solidFill>
                <a:latin typeface="Arial"/>
                <a:ea typeface="Arial"/>
                <a:cs typeface="Arial"/>
              </a:defRPr>
            </a:lvl6pPr>
            <a:lvl7pPr>
              <a:defRPr sz="2400" b="1">
                <a:solidFill>
                  <a:srgbClr val="276452"/>
                </a:solidFill>
                <a:latin typeface="Arial"/>
                <a:ea typeface="Arial"/>
                <a:cs typeface="Arial"/>
              </a:defRPr>
            </a:lvl7pPr>
            <a:lvl8pPr>
              <a:defRPr sz="2400" b="1">
                <a:solidFill>
                  <a:srgbClr val="276452"/>
                </a:solidFill>
                <a:latin typeface="Arial"/>
                <a:ea typeface="Arial"/>
                <a:cs typeface="Arial"/>
              </a:defRPr>
            </a:lvl8pPr>
            <a:lvl9pPr>
              <a:defRPr sz="2400" b="1">
                <a:solidFill>
                  <a:srgbClr val="276452"/>
                </a:solidFill>
                <a:latin typeface="Arial"/>
                <a:ea typeface="Arial"/>
                <a:cs typeface="Arial"/>
              </a:defRPr>
            </a:lvl9pPr>
          </a:lstStyle>
          <a:p xmlns:a="http://schemas.openxmlformats.org/drawingml/2006/main">
            <a:pPr>
              <a:defRPr sz="2400" b="1">
                <a:solidFill>
                  <a:srgbClr val="276452"/>
                </a:solidFill>
                <a:latin typeface="Arial"/>
                <a:ea typeface="Arial"/>
                <a:cs typeface="Arial"/>
              </a:defRPr>
            </a:pPr>
            <a:r>
              <a:rPr sz="2400" b="1">
                <a:solidFill>
                  <a:srgbClr val="276452"/>
                </a:solidFill>
                <a:latin typeface="Arial"/>
                <a:ea typeface="Arial"/>
                <a:cs typeface="Arial"/>
              </a:rPr>
              <a:t>Próximo mes</a:t>
            </a:r>
          </a:p>
        </p:txBody>
      </p:sp>
      <p:sp>
        <p:nvSpPr>
          <p:cNvPr id="3" name="">
            <a:extLst xmlns:a="http://schemas.openxmlformats.org/drawingml/2006/main">
              <a:ext uri="{FF2B5EF4-FFF2-40B4-BE49-F238E27FC236}">
                <a16:creationId xmlns:a16="http://schemas.microsoft.com/office/drawing/2014/main" id="{FE30234E-C744-4AFF-91A8-1DA8DCECF843}"/>
              </a:ext>
            </a:extLst>
          </p:cNvPr>
          <p:cNvSpPr>
            <a:spLocks xmlns:a="http://schemas.openxmlformats.org/drawingml/2006/main" noGrp="1"/>
          </p:cNvSpPr>
          <p:nvPr/>
        </p:nvSpPr>
        <p:spPr>
          <a:xfrm xmlns:a="http://schemas.openxmlformats.org/drawingml/2006/main">
            <a:off x="742950" y="209550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Instalación externa, accesibilidad y respaldo probado</a:t>
            </a:r>
          </a:p>
        </p:txBody>
      </p:sp>
      <p:sp>
        <p:nvSpPr>
          <p:cNvPr id="4" name="">
            <a:extLst xmlns:a="http://schemas.openxmlformats.org/drawingml/2006/main">
              <a:ext uri="{FF2B5EF4-FFF2-40B4-BE49-F238E27FC236}">
                <a16:creationId xmlns:a16="http://schemas.microsoft.com/office/drawing/2014/main" id="{1C8D36C3-7B58-4501-9764-D579CE982F1E}"/>
              </a:ext>
            </a:extLst>
          </p:cNvPr>
          <p:cNvSpPr>
            <a:spLocks xmlns:a="http://schemas.openxmlformats.org/drawingml/2006/main" noGrp="1"/>
          </p:cNvSpPr>
          <p:nvPr/>
        </p:nvSpPr>
        <p:spPr>
          <a:xfrm xmlns:a="http://schemas.openxmlformats.org/drawingml/2006/main">
            <a:off x="742950" y="30480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76452"/>
                </a:solidFill>
                <a:latin typeface="Arial"/>
                <a:ea typeface="Arial"/>
                <a:cs typeface="Arial"/>
              </a:defRPr>
            </a:defPPr>
            <a:lvl1pPr>
              <a:defRPr sz="2400" b="1">
                <a:solidFill>
                  <a:srgbClr val="276452"/>
                </a:solidFill>
                <a:latin typeface="Arial"/>
                <a:ea typeface="Arial"/>
                <a:cs typeface="Arial"/>
              </a:defRPr>
            </a:lvl1pPr>
            <a:lvl2pPr>
              <a:defRPr sz="2400" b="1">
                <a:solidFill>
                  <a:srgbClr val="276452"/>
                </a:solidFill>
                <a:latin typeface="Arial"/>
                <a:ea typeface="Arial"/>
                <a:cs typeface="Arial"/>
              </a:defRPr>
            </a:lvl2pPr>
            <a:lvl3pPr>
              <a:defRPr sz="2400" b="1">
                <a:solidFill>
                  <a:srgbClr val="276452"/>
                </a:solidFill>
                <a:latin typeface="Arial"/>
                <a:ea typeface="Arial"/>
                <a:cs typeface="Arial"/>
              </a:defRPr>
            </a:lvl3pPr>
            <a:lvl4pPr>
              <a:defRPr sz="2400" b="1">
                <a:solidFill>
                  <a:srgbClr val="276452"/>
                </a:solidFill>
                <a:latin typeface="Arial"/>
                <a:ea typeface="Arial"/>
                <a:cs typeface="Arial"/>
              </a:defRPr>
            </a:lvl4pPr>
            <a:lvl5pPr>
              <a:defRPr sz="2400" b="1">
                <a:solidFill>
                  <a:srgbClr val="276452"/>
                </a:solidFill>
                <a:latin typeface="Arial"/>
                <a:ea typeface="Arial"/>
                <a:cs typeface="Arial"/>
              </a:defRPr>
            </a:lvl5pPr>
            <a:lvl6pPr>
              <a:defRPr sz="2400" b="1">
                <a:solidFill>
                  <a:srgbClr val="276452"/>
                </a:solidFill>
                <a:latin typeface="Arial"/>
                <a:ea typeface="Arial"/>
                <a:cs typeface="Arial"/>
              </a:defRPr>
            </a:lvl6pPr>
            <a:lvl7pPr>
              <a:defRPr sz="2400" b="1">
                <a:solidFill>
                  <a:srgbClr val="276452"/>
                </a:solidFill>
                <a:latin typeface="Arial"/>
                <a:ea typeface="Arial"/>
                <a:cs typeface="Arial"/>
              </a:defRPr>
            </a:lvl7pPr>
            <a:lvl8pPr>
              <a:defRPr sz="2400" b="1">
                <a:solidFill>
                  <a:srgbClr val="276452"/>
                </a:solidFill>
                <a:latin typeface="Arial"/>
                <a:ea typeface="Arial"/>
                <a:cs typeface="Arial"/>
              </a:defRPr>
            </a:lvl8pPr>
            <a:lvl9pPr>
              <a:defRPr sz="2400" b="1">
                <a:solidFill>
                  <a:srgbClr val="276452"/>
                </a:solidFill>
                <a:latin typeface="Arial"/>
                <a:ea typeface="Arial"/>
                <a:cs typeface="Arial"/>
              </a:defRPr>
            </a:lvl9pPr>
          </a:lstStyle>
          <a:p xmlns:a="http://schemas.openxmlformats.org/drawingml/2006/main">
            <a:pPr>
              <a:defRPr sz="2400" b="1">
                <a:solidFill>
                  <a:srgbClr val="276452"/>
                </a:solidFill>
                <a:latin typeface="Arial"/>
                <a:ea typeface="Arial"/>
                <a:cs typeface="Arial"/>
              </a:defRPr>
            </a:pPr>
            <a:r>
              <a:rPr sz="2400" b="1">
                <a:solidFill>
                  <a:srgbClr val="276452"/>
                </a:solidFill>
                <a:latin typeface="Arial"/>
                <a:ea typeface="Arial"/>
                <a:cs typeface="Arial"/>
              </a:rPr>
              <a:t>Próximos seis meses</a:t>
            </a:r>
          </a:p>
        </p:txBody>
      </p:sp>
      <p:sp>
        <p:nvSpPr>
          <p:cNvPr id="5" name="">
            <a:extLst xmlns:a="http://schemas.openxmlformats.org/drawingml/2006/main">
              <a:ext uri="{FF2B5EF4-FFF2-40B4-BE49-F238E27FC236}">
                <a16:creationId xmlns:a16="http://schemas.microsoft.com/office/drawing/2014/main" id="{B5731C88-77B6-41D4-BC45-54A4505D5264}"/>
              </a:ext>
            </a:extLst>
          </p:cNvPr>
          <p:cNvSpPr>
            <a:spLocks xmlns:a="http://schemas.openxmlformats.org/drawingml/2006/main" noGrp="1"/>
          </p:cNvSpPr>
          <p:nvPr/>
        </p:nvSpPr>
        <p:spPr>
          <a:xfrm xmlns:a="http://schemas.openxmlformats.org/drawingml/2006/main">
            <a:off x="742950" y="35623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Correo, adjuntos, reportes por área y pruebas de carga</a:t>
            </a:r>
          </a:p>
        </p:txBody>
      </p:sp>
      <p:sp>
        <p:nvSpPr>
          <p:cNvPr id="6" name="">
            <a:extLst xmlns:a="http://schemas.openxmlformats.org/drawingml/2006/main">
              <a:ext uri="{FF2B5EF4-FFF2-40B4-BE49-F238E27FC236}">
                <a16:creationId xmlns:a16="http://schemas.microsoft.com/office/drawing/2014/main" id="{0F4D0FF2-4318-44BE-8619-ED74DB2AEAC2}"/>
              </a:ext>
            </a:extLst>
          </p:cNvPr>
          <p:cNvSpPr>
            <a:spLocks xmlns:a="http://schemas.openxmlformats.org/drawingml/2006/main" noGrp="1"/>
          </p:cNvSpPr>
          <p:nvPr/>
        </p:nvSpPr>
        <p:spPr>
          <a:xfrm xmlns:a="http://schemas.openxmlformats.org/drawingml/2006/main">
            <a:off x="742950" y="45339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76452"/>
                </a:solidFill>
                <a:latin typeface="Arial"/>
                <a:ea typeface="Arial"/>
                <a:cs typeface="Arial"/>
              </a:defRPr>
            </a:defPPr>
            <a:lvl1pPr>
              <a:defRPr sz="2400" b="1">
                <a:solidFill>
                  <a:srgbClr val="276452"/>
                </a:solidFill>
                <a:latin typeface="Arial"/>
                <a:ea typeface="Arial"/>
                <a:cs typeface="Arial"/>
              </a:defRPr>
            </a:lvl1pPr>
            <a:lvl2pPr>
              <a:defRPr sz="2400" b="1">
                <a:solidFill>
                  <a:srgbClr val="276452"/>
                </a:solidFill>
                <a:latin typeface="Arial"/>
                <a:ea typeface="Arial"/>
                <a:cs typeface="Arial"/>
              </a:defRPr>
            </a:lvl2pPr>
            <a:lvl3pPr>
              <a:defRPr sz="2400" b="1">
                <a:solidFill>
                  <a:srgbClr val="276452"/>
                </a:solidFill>
                <a:latin typeface="Arial"/>
                <a:ea typeface="Arial"/>
                <a:cs typeface="Arial"/>
              </a:defRPr>
            </a:lvl3pPr>
            <a:lvl4pPr>
              <a:defRPr sz="2400" b="1">
                <a:solidFill>
                  <a:srgbClr val="276452"/>
                </a:solidFill>
                <a:latin typeface="Arial"/>
                <a:ea typeface="Arial"/>
                <a:cs typeface="Arial"/>
              </a:defRPr>
            </a:lvl4pPr>
            <a:lvl5pPr>
              <a:defRPr sz="2400" b="1">
                <a:solidFill>
                  <a:srgbClr val="276452"/>
                </a:solidFill>
                <a:latin typeface="Arial"/>
                <a:ea typeface="Arial"/>
                <a:cs typeface="Arial"/>
              </a:defRPr>
            </a:lvl5pPr>
            <a:lvl6pPr>
              <a:defRPr sz="2400" b="1">
                <a:solidFill>
                  <a:srgbClr val="276452"/>
                </a:solidFill>
                <a:latin typeface="Arial"/>
                <a:ea typeface="Arial"/>
                <a:cs typeface="Arial"/>
              </a:defRPr>
            </a:lvl6pPr>
            <a:lvl7pPr>
              <a:defRPr sz="2400" b="1">
                <a:solidFill>
                  <a:srgbClr val="276452"/>
                </a:solidFill>
                <a:latin typeface="Arial"/>
                <a:ea typeface="Arial"/>
                <a:cs typeface="Arial"/>
              </a:defRPr>
            </a:lvl7pPr>
            <a:lvl8pPr>
              <a:defRPr sz="2400" b="1">
                <a:solidFill>
                  <a:srgbClr val="276452"/>
                </a:solidFill>
                <a:latin typeface="Arial"/>
                <a:ea typeface="Arial"/>
                <a:cs typeface="Arial"/>
              </a:defRPr>
            </a:lvl8pPr>
            <a:lvl9pPr>
              <a:defRPr sz="2400" b="1">
                <a:solidFill>
                  <a:srgbClr val="276452"/>
                </a:solidFill>
                <a:latin typeface="Arial"/>
                <a:ea typeface="Arial"/>
                <a:cs typeface="Arial"/>
              </a:defRPr>
            </a:lvl9pPr>
          </a:lstStyle>
          <a:p xmlns:a="http://schemas.openxmlformats.org/drawingml/2006/main">
            <a:pPr>
              <a:defRPr sz="2400" b="1">
                <a:solidFill>
                  <a:srgbClr val="276452"/>
                </a:solidFill>
                <a:latin typeface="Arial"/>
                <a:ea typeface="Arial"/>
                <a:cs typeface="Arial"/>
              </a:defRPr>
            </a:pPr>
            <a:r>
              <a:rPr sz="2400" b="1">
                <a:solidFill>
                  <a:srgbClr val="276452"/>
                </a:solidFill>
                <a:latin typeface="Arial"/>
                <a:ea typeface="Arial"/>
                <a:cs typeface="Arial"/>
              </a:rPr>
              <a:t>Posible graduación</a:t>
            </a:r>
          </a:p>
        </p:txBody>
      </p:sp>
      <p:sp>
        <p:nvSpPr>
          <p:cNvPr id="7" name="">
            <a:extLst xmlns:a="http://schemas.openxmlformats.org/drawingml/2006/main">
              <a:ext uri="{FF2B5EF4-FFF2-40B4-BE49-F238E27FC236}">
                <a16:creationId xmlns:a16="http://schemas.microsoft.com/office/drawing/2014/main" id="{360BEEE9-CC6C-447C-974D-B266EC79354D}"/>
              </a:ext>
            </a:extLst>
          </p:cNvPr>
          <p:cNvSpPr>
            <a:spLocks xmlns:a="http://schemas.openxmlformats.org/drawingml/2006/main" noGrp="1"/>
          </p:cNvSpPr>
          <p:nvPr/>
        </p:nvSpPr>
        <p:spPr>
          <a:xfrm xmlns:a="http://schemas.openxmlformats.org/drawingml/2006/main">
            <a:off x="742950" y="50482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Comparar políticas de asignación y su efecto en tiempos y satisfacción</a:t>
            </a:r>
          </a:p>
        </p:txBody>
      </p:sp>
      <p:sp>
        <p:nvSpPr>
          <p:cNvPr id="8" name="">
            <a:extLst xmlns:a="http://schemas.openxmlformats.org/drawingml/2006/main">
              <a:ext uri="{FF2B5EF4-FFF2-40B4-BE49-F238E27FC236}">
                <a16:creationId xmlns:a16="http://schemas.microsoft.com/office/drawing/2014/main" id="{6FF8A3D2-1B60-4EF6-B01E-278C34F72F9E}"/>
              </a:ext>
            </a:extLst>
          </p:cNvPr>
          <p:cNvSpPr>
            <a:spLocks xmlns:a="http://schemas.openxmlformats.org/drawingml/2006/main" noGrp="1"/>
          </p:cNvSpPr>
          <p:nvPr/>
        </p:nvSpPr>
        <p:spPr>
          <a:xfrm xmlns:a="http://schemas.openxmlformats.org/drawingml/2006/main">
            <a:off x="11144250" y="64008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65D"/>
                </a:solidFill>
                <a:latin typeface="Arial"/>
                <a:ea typeface="Arial"/>
                <a:cs typeface="Arial"/>
              </a:defRPr>
            </a:defPPr>
            <a:lvl1pPr>
              <a:defRPr sz="1275" b="0">
                <a:solidFill>
                  <a:srgbClr val="50665D"/>
                </a:solidFill>
                <a:latin typeface="Arial"/>
                <a:ea typeface="Arial"/>
                <a:cs typeface="Arial"/>
              </a:defRPr>
            </a:lvl1pPr>
            <a:lvl2pPr>
              <a:defRPr sz="1275" b="0">
                <a:solidFill>
                  <a:srgbClr val="50665D"/>
                </a:solidFill>
                <a:latin typeface="Arial"/>
                <a:ea typeface="Arial"/>
                <a:cs typeface="Arial"/>
              </a:defRPr>
            </a:lvl2pPr>
            <a:lvl3pPr>
              <a:defRPr sz="1275" b="0">
                <a:solidFill>
                  <a:srgbClr val="50665D"/>
                </a:solidFill>
                <a:latin typeface="Arial"/>
                <a:ea typeface="Arial"/>
                <a:cs typeface="Arial"/>
              </a:defRPr>
            </a:lvl3pPr>
            <a:lvl4pPr>
              <a:defRPr sz="1275" b="0">
                <a:solidFill>
                  <a:srgbClr val="50665D"/>
                </a:solidFill>
                <a:latin typeface="Arial"/>
                <a:ea typeface="Arial"/>
                <a:cs typeface="Arial"/>
              </a:defRPr>
            </a:lvl4pPr>
            <a:lvl5pPr>
              <a:defRPr sz="1275" b="0">
                <a:solidFill>
                  <a:srgbClr val="50665D"/>
                </a:solidFill>
                <a:latin typeface="Arial"/>
                <a:ea typeface="Arial"/>
                <a:cs typeface="Arial"/>
              </a:defRPr>
            </a:lvl5pPr>
            <a:lvl6pPr>
              <a:defRPr sz="1275" b="0">
                <a:solidFill>
                  <a:srgbClr val="50665D"/>
                </a:solidFill>
                <a:latin typeface="Arial"/>
                <a:ea typeface="Arial"/>
                <a:cs typeface="Arial"/>
              </a:defRPr>
            </a:lvl6pPr>
            <a:lvl7pPr>
              <a:defRPr sz="1275" b="0">
                <a:solidFill>
                  <a:srgbClr val="50665D"/>
                </a:solidFill>
                <a:latin typeface="Arial"/>
                <a:ea typeface="Arial"/>
                <a:cs typeface="Arial"/>
              </a:defRPr>
            </a:lvl7pPr>
            <a:lvl8pPr>
              <a:defRPr sz="1275" b="0">
                <a:solidFill>
                  <a:srgbClr val="50665D"/>
                </a:solidFill>
                <a:latin typeface="Arial"/>
                <a:ea typeface="Arial"/>
                <a:cs typeface="Arial"/>
              </a:defRPr>
            </a:lvl8pPr>
            <a:lvl9pPr>
              <a:defRPr sz="1275" b="0">
                <a:solidFill>
                  <a:srgbClr val="50665D"/>
                </a:solidFill>
                <a:latin typeface="Arial"/>
                <a:ea typeface="Arial"/>
                <a:cs typeface="Arial"/>
              </a:defRPr>
            </a:lvl9pPr>
          </a:lstStyle>
          <a:p xmlns:a="http://schemas.openxmlformats.org/drawingml/2006/main">
            <a:pPr>
              <a:defRPr sz="1275" b="0">
                <a:solidFill>
                  <a:srgbClr val="50665D"/>
                </a:solidFill>
                <a:latin typeface="Arial"/>
                <a:ea typeface="Arial"/>
                <a:cs typeface="Arial"/>
              </a:defRPr>
            </a:pPr>
            <a:r>
              <a:rPr sz="1275" b="0">
                <a:solidFill>
                  <a:srgbClr val="50665D"/>
                </a:solidFill>
                <a:latin typeface="Arial"/>
                <a:ea typeface="Arial"/>
                <a:cs typeface="Arial"/>
              </a:rPr>
              <a:t>11</a:t>
            </a:r>
          </a:p>
        </p:txBody>
      </p:sp>
    </p:spTree>
    <p:extLst>
      <p:ext uri="{BB962C8B-B14F-4D97-AF65-F5344CB8AC3E}">
        <p14:creationId xmlns:p14="http://schemas.microsoft.com/office/powerpoint/2010/main" val="912104789"/>
      </p:ext>
    </p:extLst>
  </p:cSld>
</p:sld>
</file>

<file path=ppt/slides/slide12.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975753D-D24F-4525-8D7C-FE28F917B3FC}"/>
              </a:ext>
            </a:extLst>
          </p:cNvPr>
          <p:cNvSpPr>
            <a:spLocks xmlns:a="http://schemas.openxmlformats.org/drawingml/2006/main" noGrp="1"/>
          </p:cNvSpPr>
          <p:nvPr/>
        </p:nvSpPr>
        <p:spPr>
          <a:xfrm xmlns:a="http://schemas.openxmlformats.org/drawingml/2006/main">
            <a:off x="647700" y="438150"/>
            <a:ext cx="10896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32B"/>
                </a:solidFill>
                <a:latin typeface="Arial"/>
                <a:ea typeface="Arial"/>
                <a:cs typeface="Arial"/>
              </a:defRPr>
            </a:defPPr>
            <a:lvl1pPr>
              <a:defRPr sz="3300" b="1">
                <a:solidFill>
                  <a:srgbClr val="17332B"/>
                </a:solidFill>
                <a:latin typeface="Arial"/>
                <a:ea typeface="Arial"/>
                <a:cs typeface="Arial"/>
              </a:defRPr>
            </a:lvl1pPr>
            <a:lvl2pPr>
              <a:defRPr sz="3300" b="1">
                <a:solidFill>
                  <a:srgbClr val="17332B"/>
                </a:solidFill>
                <a:latin typeface="Arial"/>
                <a:ea typeface="Arial"/>
                <a:cs typeface="Arial"/>
              </a:defRPr>
            </a:lvl2pPr>
            <a:lvl3pPr>
              <a:defRPr sz="3300" b="1">
                <a:solidFill>
                  <a:srgbClr val="17332B"/>
                </a:solidFill>
                <a:latin typeface="Arial"/>
                <a:ea typeface="Arial"/>
                <a:cs typeface="Arial"/>
              </a:defRPr>
            </a:lvl3pPr>
            <a:lvl4pPr>
              <a:defRPr sz="3300" b="1">
                <a:solidFill>
                  <a:srgbClr val="17332B"/>
                </a:solidFill>
                <a:latin typeface="Arial"/>
                <a:ea typeface="Arial"/>
                <a:cs typeface="Arial"/>
              </a:defRPr>
            </a:lvl4pPr>
            <a:lvl5pPr>
              <a:defRPr sz="3300" b="1">
                <a:solidFill>
                  <a:srgbClr val="17332B"/>
                </a:solidFill>
                <a:latin typeface="Arial"/>
                <a:ea typeface="Arial"/>
                <a:cs typeface="Arial"/>
              </a:defRPr>
            </a:lvl5pPr>
            <a:lvl6pPr>
              <a:defRPr sz="3300" b="1">
                <a:solidFill>
                  <a:srgbClr val="17332B"/>
                </a:solidFill>
                <a:latin typeface="Arial"/>
                <a:ea typeface="Arial"/>
                <a:cs typeface="Arial"/>
              </a:defRPr>
            </a:lvl6pPr>
            <a:lvl7pPr>
              <a:defRPr sz="3300" b="1">
                <a:solidFill>
                  <a:srgbClr val="17332B"/>
                </a:solidFill>
                <a:latin typeface="Arial"/>
                <a:ea typeface="Arial"/>
                <a:cs typeface="Arial"/>
              </a:defRPr>
            </a:lvl7pPr>
            <a:lvl8pPr>
              <a:defRPr sz="3300" b="1">
                <a:solidFill>
                  <a:srgbClr val="17332B"/>
                </a:solidFill>
                <a:latin typeface="Arial"/>
                <a:ea typeface="Arial"/>
                <a:cs typeface="Arial"/>
              </a:defRPr>
            </a:lvl8pPr>
            <a:lvl9pPr>
              <a:defRPr sz="3300" b="1">
                <a:solidFill>
                  <a:srgbClr val="17332B"/>
                </a:solidFill>
                <a:latin typeface="Arial"/>
                <a:ea typeface="Arial"/>
                <a:cs typeface="Arial"/>
              </a:defRPr>
            </a:lvl9pPr>
          </a:lstStyle>
          <a:p xmlns:a="http://schemas.openxmlformats.org/drawingml/2006/main">
            <a:pPr>
              <a:defRPr sz="3300" b="1">
                <a:solidFill>
                  <a:srgbClr val="17332B"/>
                </a:solidFill>
                <a:latin typeface="Arial"/>
                <a:ea typeface="Arial"/>
                <a:cs typeface="Arial"/>
              </a:defRPr>
            </a:pPr>
            <a:r>
              <a:rPr sz="3300" b="1">
                <a:solidFill>
                  <a:srgbClr val="17332B"/>
                </a:solidFill>
                <a:latin typeface="Arial"/>
                <a:ea typeface="Arial"/>
                <a:cs typeface="Arial"/>
              </a:rPr>
              <a:t>Versión candidata y pendientes</a:t>
            </a:r>
          </a:p>
        </p:txBody>
      </p:sp>
      <p:sp>
        <p:nvSpPr>
          <p:cNvPr id="2" name="">
            <a:extLst xmlns:a="http://schemas.openxmlformats.org/drawingml/2006/main">
              <a:ext uri="{FF2B5EF4-FFF2-40B4-BE49-F238E27FC236}">
                <a16:creationId xmlns:a16="http://schemas.microsoft.com/office/drawing/2014/main" id="{98C19E5E-0388-46C2-9A62-50AC7E6BED18}"/>
              </a:ext>
            </a:extLst>
          </p:cNvPr>
          <p:cNvSpPr>
            <a:spLocks xmlns:a="http://schemas.openxmlformats.org/drawingml/2006/main" noGrp="1"/>
          </p:cNvSpPr>
          <p:nvPr/>
        </p:nvSpPr>
        <p:spPr>
          <a:xfrm xmlns:a="http://schemas.openxmlformats.org/drawingml/2006/main">
            <a:off x="742950" y="160020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v0.9.0 reúne código, instalación, documentación y material de exposición.</a:t>
            </a:r>
          </a:p>
        </p:txBody>
      </p:sp>
      <p:sp>
        <p:nvSpPr>
          <p:cNvPr id="3" name="">
            <a:extLst xmlns:a="http://schemas.openxmlformats.org/drawingml/2006/main">
              <a:ext uri="{FF2B5EF4-FFF2-40B4-BE49-F238E27FC236}">
                <a16:creationId xmlns:a16="http://schemas.microsoft.com/office/drawing/2014/main" id="{7516CC6C-8C91-456F-92D8-ED5142255602}"/>
              </a:ext>
            </a:extLst>
          </p:cNvPr>
          <p:cNvSpPr>
            <a:spLocks xmlns:a="http://schemas.openxmlformats.org/drawingml/2006/main" noGrp="1"/>
          </p:cNvSpPr>
          <p:nvPr/>
        </p:nvSpPr>
        <p:spPr>
          <a:xfrm xmlns:a="http://schemas.openxmlformats.org/drawingml/2006/main">
            <a:off x="742950" y="258127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portal.yml presenta el proyecto sin publicar autores no autorizados.</a:t>
            </a:r>
          </a:p>
        </p:txBody>
      </p:sp>
      <p:sp>
        <p:nvSpPr>
          <p:cNvPr id="4" name="">
            <a:extLst xmlns:a="http://schemas.openxmlformats.org/drawingml/2006/main">
              <a:ext uri="{FF2B5EF4-FFF2-40B4-BE49-F238E27FC236}">
                <a16:creationId xmlns:a16="http://schemas.microsoft.com/office/drawing/2014/main" id="{F02AF961-4ED0-4071-A15E-C6FB09ACF319}"/>
              </a:ext>
            </a:extLst>
          </p:cNvPr>
          <p:cNvSpPr>
            <a:spLocks xmlns:a="http://schemas.openxmlformats.org/drawingml/2006/main" noGrp="1"/>
          </p:cNvSpPr>
          <p:nvPr/>
        </p:nvSpPr>
        <p:spPr>
          <a:xfrm xmlns:a="http://schemas.openxmlformats.org/drawingml/2006/main">
            <a:off x="742950" y="356235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Pendiente académico: prueba de instalación por otra persona.</a:t>
            </a:r>
          </a:p>
        </p:txBody>
      </p:sp>
      <p:sp>
        <p:nvSpPr>
          <p:cNvPr id="5" name="">
            <a:extLst xmlns:a="http://schemas.openxmlformats.org/drawingml/2006/main">
              <a:ext uri="{FF2B5EF4-FFF2-40B4-BE49-F238E27FC236}">
                <a16:creationId xmlns:a16="http://schemas.microsoft.com/office/drawing/2014/main" id="{02A8DEA2-547A-466E-872F-48189C9C458D}"/>
              </a:ext>
            </a:extLst>
          </p:cNvPr>
          <p:cNvSpPr>
            <a:spLocks xmlns:a="http://schemas.openxmlformats.org/drawingml/2006/main" noGrp="1"/>
          </p:cNvSpPr>
          <p:nvPr/>
        </p:nvSpPr>
        <p:spPr>
          <a:xfrm xmlns:a="http://schemas.openxmlformats.org/drawingml/2006/main">
            <a:off x="742950" y="454342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2B"/>
                </a:solidFill>
                <a:latin typeface="Arial"/>
                <a:ea typeface="Arial"/>
                <a:cs typeface="Arial"/>
              </a:defRPr>
            </a:defPPr>
            <a:lvl1pPr>
              <a:defRPr sz="2100" b="0">
                <a:solidFill>
                  <a:srgbClr val="17332B"/>
                </a:solidFill>
                <a:latin typeface="Arial"/>
                <a:ea typeface="Arial"/>
                <a:cs typeface="Arial"/>
              </a:defRPr>
            </a:lvl1pPr>
            <a:lvl2pPr>
              <a:defRPr sz="2100" b="0">
                <a:solidFill>
                  <a:srgbClr val="17332B"/>
                </a:solidFill>
                <a:latin typeface="Arial"/>
                <a:ea typeface="Arial"/>
                <a:cs typeface="Arial"/>
              </a:defRPr>
            </a:lvl2pPr>
            <a:lvl3pPr>
              <a:defRPr sz="2100" b="0">
                <a:solidFill>
                  <a:srgbClr val="17332B"/>
                </a:solidFill>
                <a:latin typeface="Arial"/>
                <a:ea typeface="Arial"/>
                <a:cs typeface="Arial"/>
              </a:defRPr>
            </a:lvl3pPr>
            <a:lvl4pPr>
              <a:defRPr sz="2100" b="0">
                <a:solidFill>
                  <a:srgbClr val="17332B"/>
                </a:solidFill>
                <a:latin typeface="Arial"/>
                <a:ea typeface="Arial"/>
                <a:cs typeface="Arial"/>
              </a:defRPr>
            </a:lvl4pPr>
            <a:lvl5pPr>
              <a:defRPr sz="2100" b="0">
                <a:solidFill>
                  <a:srgbClr val="17332B"/>
                </a:solidFill>
                <a:latin typeface="Arial"/>
                <a:ea typeface="Arial"/>
                <a:cs typeface="Arial"/>
              </a:defRPr>
            </a:lvl5pPr>
            <a:lvl6pPr>
              <a:defRPr sz="2100" b="0">
                <a:solidFill>
                  <a:srgbClr val="17332B"/>
                </a:solidFill>
                <a:latin typeface="Arial"/>
                <a:ea typeface="Arial"/>
                <a:cs typeface="Arial"/>
              </a:defRPr>
            </a:lvl6pPr>
            <a:lvl7pPr>
              <a:defRPr sz="2100" b="0">
                <a:solidFill>
                  <a:srgbClr val="17332B"/>
                </a:solidFill>
                <a:latin typeface="Arial"/>
                <a:ea typeface="Arial"/>
                <a:cs typeface="Arial"/>
              </a:defRPr>
            </a:lvl7pPr>
            <a:lvl8pPr>
              <a:defRPr sz="2100" b="0">
                <a:solidFill>
                  <a:srgbClr val="17332B"/>
                </a:solidFill>
                <a:latin typeface="Arial"/>
                <a:ea typeface="Arial"/>
                <a:cs typeface="Arial"/>
              </a:defRPr>
            </a:lvl8pPr>
            <a:lvl9pPr>
              <a:defRPr sz="2100" b="0">
                <a:solidFill>
                  <a:srgbClr val="17332B"/>
                </a:solidFill>
                <a:latin typeface="Arial"/>
                <a:ea typeface="Arial"/>
                <a:cs typeface="Arial"/>
              </a:defRPr>
            </a:lvl9pPr>
          </a:lstStyle>
          <a:p xmlns:a="http://schemas.openxmlformats.org/drawingml/2006/main">
            <a:pPr>
              <a:defRPr sz="2100" b="0">
                <a:solidFill>
                  <a:srgbClr val="17332B"/>
                </a:solidFill>
                <a:latin typeface="Arial"/>
                <a:ea typeface="Arial"/>
                <a:cs typeface="Arial"/>
              </a:defRPr>
            </a:pPr>
            <a:r>
              <a:rPr sz="2100" b="0">
                <a:solidFill>
                  <a:srgbClr val="17332B"/>
                </a:solidFill>
                <a:latin typeface="Arial"/>
                <a:ea typeface="Arial"/>
                <a:cs typeface="Arial"/>
              </a:rPr>
              <a:t>El video permanece sin realizar. La entrega final será v1.0.0.</a:t>
            </a:r>
          </a:p>
        </p:txBody>
      </p:sp>
      <p:sp>
        <p:nvSpPr>
          <p:cNvPr id="6" name="">
            <a:extLst xmlns:a="http://schemas.openxmlformats.org/drawingml/2006/main">
              <a:ext uri="{FF2B5EF4-FFF2-40B4-BE49-F238E27FC236}">
                <a16:creationId xmlns:a16="http://schemas.microsoft.com/office/drawing/2014/main" id="{DBD76F00-365A-4F02-A7E0-401EBC628B8D}"/>
              </a:ext>
            </a:extLst>
          </p:cNvPr>
          <p:cNvSpPr>
            <a:spLocks xmlns:a="http://schemas.openxmlformats.org/drawingml/2006/main" noGrp="1"/>
          </p:cNvSpPr>
          <p:nvPr/>
        </p:nvSpPr>
        <p:spPr>
          <a:xfrm xmlns:a="http://schemas.openxmlformats.org/drawingml/2006/main">
            <a:off x="11144250" y="64008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0665D"/>
                </a:solidFill>
                <a:latin typeface="Arial"/>
                <a:ea typeface="Arial"/>
                <a:cs typeface="Arial"/>
              </a:defRPr>
            </a:defPPr>
            <a:lvl1pPr>
              <a:defRPr sz="1275" b="0">
                <a:solidFill>
                  <a:srgbClr val="50665D"/>
                </a:solidFill>
                <a:latin typeface="Arial"/>
                <a:ea typeface="Arial"/>
                <a:cs typeface="Arial"/>
              </a:defRPr>
            </a:lvl1pPr>
            <a:lvl2pPr>
              <a:defRPr sz="1275" b="0">
                <a:solidFill>
                  <a:srgbClr val="50665D"/>
                </a:solidFill>
                <a:latin typeface="Arial"/>
                <a:ea typeface="Arial"/>
                <a:cs typeface="Arial"/>
              </a:defRPr>
            </a:lvl2pPr>
            <a:lvl3pPr>
              <a:defRPr sz="1275" b="0">
                <a:solidFill>
                  <a:srgbClr val="50665D"/>
                </a:solidFill>
                <a:latin typeface="Arial"/>
                <a:ea typeface="Arial"/>
                <a:cs typeface="Arial"/>
              </a:defRPr>
            </a:lvl3pPr>
            <a:lvl4pPr>
              <a:defRPr sz="1275" b="0">
                <a:solidFill>
                  <a:srgbClr val="50665D"/>
                </a:solidFill>
                <a:latin typeface="Arial"/>
                <a:ea typeface="Arial"/>
                <a:cs typeface="Arial"/>
              </a:defRPr>
            </a:lvl4pPr>
            <a:lvl5pPr>
              <a:defRPr sz="1275" b="0">
                <a:solidFill>
                  <a:srgbClr val="50665D"/>
                </a:solidFill>
                <a:latin typeface="Arial"/>
                <a:ea typeface="Arial"/>
                <a:cs typeface="Arial"/>
              </a:defRPr>
            </a:lvl5pPr>
            <a:lvl6pPr>
              <a:defRPr sz="1275" b="0">
                <a:solidFill>
                  <a:srgbClr val="50665D"/>
                </a:solidFill>
                <a:latin typeface="Arial"/>
                <a:ea typeface="Arial"/>
                <a:cs typeface="Arial"/>
              </a:defRPr>
            </a:lvl6pPr>
            <a:lvl7pPr>
              <a:defRPr sz="1275" b="0">
                <a:solidFill>
                  <a:srgbClr val="50665D"/>
                </a:solidFill>
                <a:latin typeface="Arial"/>
                <a:ea typeface="Arial"/>
                <a:cs typeface="Arial"/>
              </a:defRPr>
            </a:lvl7pPr>
            <a:lvl8pPr>
              <a:defRPr sz="1275" b="0">
                <a:solidFill>
                  <a:srgbClr val="50665D"/>
                </a:solidFill>
                <a:latin typeface="Arial"/>
                <a:ea typeface="Arial"/>
                <a:cs typeface="Arial"/>
              </a:defRPr>
            </a:lvl8pPr>
            <a:lvl9pPr>
              <a:defRPr sz="1275" b="0">
                <a:solidFill>
                  <a:srgbClr val="50665D"/>
                </a:solidFill>
                <a:latin typeface="Arial"/>
                <a:ea typeface="Arial"/>
                <a:cs typeface="Arial"/>
              </a:defRPr>
            </a:lvl9pPr>
          </a:lstStyle>
          <a:p xmlns:a="http://schemas.openxmlformats.org/drawingml/2006/main">
            <a:pPr>
              <a:defRPr sz="1275" b="0">
                <a:solidFill>
                  <a:srgbClr val="50665D"/>
                </a:solidFill>
                <a:latin typeface="Arial"/>
                <a:ea typeface="Arial"/>
                <a:cs typeface="Arial"/>
              </a:defRPr>
            </a:pPr>
            <a:r>
              <a:rPr sz="1275" b="0">
                <a:solidFill>
                  <a:srgbClr val="50665D"/>
                </a:solidFill>
                <a:latin typeface="Arial"/>
                <a:ea typeface="Arial"/>
                <a:cs typeface="Arial"/>
              </a:rPr>
              <a:t>12</a:t>
            </a:r>
          </a:p>
        </p:txBody>
      </p:sp>
    </p:spTree>
    <p:extLst>
      <p:ext uri="{BB962C8B-B14F-4D97-AF65-F5344CB8AC3E}">
        <p14:creationId xmlns:p14="http://schemas.microsoft.com/office/powerpoint/2010/main" val="19425166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2026-10-24T05:51:33.3140000Z</dcterms:created>
  <dcterms:modified xsi:type="dcterms:W3CDTF">2026-10-24T05:51:33.3140000Z</dcterms:modified>
</coreProperties>
</file>